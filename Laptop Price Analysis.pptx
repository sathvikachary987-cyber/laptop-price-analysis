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heme/theme2.xml" ContentType="application/vnd.openxmlformats-officedocument.them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0" r:id="rId9"/>
    <p:sldId id="271" r:id="rId10"/>
    <p:sldId id="272" r:id="rId11"/>
    <p:sldId id="273" r:id="rId12"/>
    <p:sldId id="274" r:id="rId13"/>
    <p:sldId id="275" r:id="rId14"/>
    <p:sldId id="264" r:id="rId15"/>
    <p:sldId id="265" r:id="rId16"/>
    <p:sldId id="266" r:id="rId17"/>
    <p:sldId id="267" r:id="rId18"/>
    <p:sldId id="268" r:id="rId19"/>
    <p:sldId id="269" r:id="rId20"/>
    <p:sldId id="276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77" y="19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hvika chary" userId="9132a80157b59e5b" providerId="LiveId" clId="{487B9433-65A5-47C5-9FAE-DE5E73E1AB92}"/>
    <pc:docChg chg="delSld">
      <pc:chgData name="sathvika chary" userId="9132a80157b59e5b" providerId="LiveId" clId="{487B9433-65A5-47C5-9FAE-DE5E73E1AB92}" dt="2025-12-09T06:24:07.096" v="0" actId="2696"/>
      <pc:docMkLst>
        <pc:docMk/>
      </pc:docMkLst>
      <pc:sldChg chg="del">
        <pc:chgData name="sathvika chary" userId="9132a80157b59e5b" providerId="LiveId" clId="{487B9433-65A5-47C5-9FAE-DE5E73E1AB92}" dt="2025-12-09T06:24:07.096" v="0" actId="2696"/>
        <pc:sldMkLst>
          <pc:docMk/>
          <pc:sldMk cId="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5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tags" Target="../tags/tag34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23" Type="http://schemas.openxmlformats.org/officeDocument/2006/relationships/tags" Target="../tags/tag33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tags" Target="../tags/tag3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5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7.xml"/><Relationship Id="rId4" Type="http://schemas.openxmlformats.org/officeDocument/2006/relationships/tags" Target="../tags/tag96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18" Type="http://schemas.openxmlformats.org/officeDocument/2006/relationships/tags" Target="../tags/tag115.xml"/><Relationship Id="rId3" Type="http://schemas.openxmlformats.org/officeDocument/2006/relationships/tags" Target="../tags/tag100.xml"/><Relationship Id="rId21" Type="http://schemas.openxmlformats.org/officeDocument/2006/relationships/tags" Target="../tags/tag118.xml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tags" Target="../tags/tag114.xml"/><Relationship Id="rId2" Type="http://schemas.openxmlformats.org/officeDocument/2006/relationships/tags" Target="../tags/tag99.xml"/><Relationship Id="rId16" Type="http://schemas.openxmlformats.org/officeDocument/2006/relationships/tags" Target="../tags/tag113.xml"/><Relationship Id="rId20" Type="http://schemas.openxmlformats.org/officeDocument/2006/relationships/tags" Target="../tags/tag117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24" Type="http://schemas.openxmlformats.org/officeDocument/2006/relationships/slideMaster" Target="../slideMasters/slideMaster1.xml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23" Type="http://schemas.openxmlformats.org/officeDocument/2006/relationships/tags" Target="../tags/tag120.xml"/><Relationship Id="rId10" Type="http://schemas.openxmlformats.org/officeDocument/2006/relationships/tags" Target="../tags/tag107.xml"/><Relationship Id="rId19" Type="http://schemas.openxmlformats.org/officeDocument/2006/relationships/tags" Target="../tags/tag116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Relationship Id="rId22" Type="http://schemas.openxmlformats.org/officeDocument/2006/relationships/tags" Target="../tags/tag1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矩形 30"/>
          <p:cNvSpPr/>
          <p:nvPr userDrawn="1">
            <p:custDataLst>
              <p:tags r:id="rId2"/>
            </p:custDataLst>
          </p:nvPr>
        </p:nvSpPr>
        <p:spPr>
          <a:xfrm>
            <a:off x="7348406" y="0"/>
            <a:ext cx="4843594" cy="3860800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任意多边形: 形状 9"/>
          <p:cNvSpPr/>
          <p:nvPr userDrawn="1">
            <p:custDataLst>
              <p:tags r:id="rId3"/>
            </p:custDataLst>
          </p:nvPr>
        </p:nvSpPr>
        <p:spPr>
          <a:xfrm>
            <a:off x="10421904" y="846740"/>
            <a:ext cx="556181" cy="84328"/>
          </a:xfrm>
          <a:custGeom>
            <a:avLst/>
            <a:gdLst>
              <a:gd name="connsiteX0" fmla="*/ 514017 w 556181"/>
              <a:gd name="connsiteY0" fmla="*/ 0 h 84328"/>
              <a:gd name="connsiteX1" fmla="*/ 556181 w 556181"/>
              <a:gd name="connsiteY1" fmla="*/ 42164 h 84328"/>
              <a:gd name="connsiteX2" fmla="*/ 514017 w 556181"/>
              <a:gd name="connsiteY2" fmla="*/ 84328 h 84328"/>
              <a:gd name="connsiteX3" fmla="*/ 471853 w 556181"/>
              <a:gd name="connsiteY3" fmla="*/ 42164 h 84328"/>
              <a:gd name="connsiteX4" fmla="*/ 514017 w 556181"/>
              <a:gd name="connsiteY4" fmla="*/ 0 h 84328"/>
              <a:gd name="connsiteX5" fmla="*/ 356734 w 556181"/>
              <a:gd name="connsiteY5" fmla="*/ 0 h 84328"/>
              <a:gd name="connsiteX6" fmla="*/ 398898 w 556181"/>
              <a:gd name="connsiteY6" fmla="*/ 42164 h 84328"/>
              <a:gd name="connsiteX7" fmla="*/ 356734 w 556181"/>
              <a:gd name="connsiteY7" fmla="*/ 84328 h 84328"/>
              <a:gd name="connsiteX8" fmla="*/ 314570 w 556181"/>
              <a:gd name="connsiteY8" fmla="*/ 42164 h 84328"/>
              <a:gd name="connsiteX9" fmla="*/ 356734 w 556181"/>
              <a:gd name="connsiteY9" fmla="*/ 0 h 84328"/>
              <a:gd name="connsiteX10" fmla="*/ 199448 w 556181"/>
              <a:gd name="connsiteY10" fmla="*/ 0 h 84328"/>
              <a:gd name="connsiteX11" fmla="*/ 241612 w 556181"/>
              <a:gd name="connsiteY11" fmla="*/ 42164 h 84328"/>
              <a:gd name="connsiteX12" fmla="*/ 199448 w 556181"/>
              <a:gd name="connsiteY12" fmla="*/ 84328 h 84328"/>
              <a:gd name="connsiteX13" fmla="*/ 157284 w 556181"/>
              <a:gd name="connsiteY13" fmla="*/ 42164 h 84328"/>
              <a:gd name="connsiteX14" fmla="*/ 199448 w 556181"/>
              <a:gd name="connsiteY14" fmla="*/ 0 h 84328"/>
              <a:gd name="connsiteX15" fmla="*/ 42164 w 556181"/>
              <a:gd name="connsiteY15" fmla="*/ 0 h 84328"/>
              <a:gd name="connsiteX16" fmla="*/ 84328 w 556181"/>
              <a:gd name="connsiteY16" fmla="*/ 42164 h 84328"/>
              <a:gd name="connsiteX17" fmla="*/ 42164 w 556181"/>
              <a:gd name="connsiteY17" fmla="*/ 84328 h 84328"/>
              <a:gd name="connsiteX18" fmla="*/ 0 w 556181"/>
              <a:gd name="connsiteY18" fmla="*/ 42164 h 84328"/>
              <a:gd name="connsiteX19" fmla="*/ 42164 w 556181"/>
              <a:gd name="connsiteY19" fmla="*/ 0 h 8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6181" h="84328">
                <a:moveTo>
                  <a:pt x="514017" y="0"/>
                </a:moveTo>
                <a:cubicBezTo>
                  <a:pt x="537304" y="0"/>
                  <a:pt x="556181" y="18877"/>
                  <a:pt x="556181" y="42164"/>
                </a:cubicBezTo>
                <a:cubicBezTo>
                  <a:pt x="556181" y="65451"/>
                  <a:pt x="537304" y="84328"/>
                  <a:pt x="514017" y="84328"/>
                </a:cubicBezTo>
                <a:cubicBezTo>
                  <a:pt x="490730" y="84328"/>
                  <a:pt x="471853" y="65451"/>
                  <a:pt x="471853" y="42164"/>
                </a:cubicBezTo>
                <a:cubicBezTo>
                  <a:pt x="471853" y="18877"/>
                  <a:pt x="490730" y="0"/>
                  <a:pt x="514017" y="0"/>
                </a:cubicBezTo>
                <a:close/>
                <a:moveTo>
                  <a:pt x="356734" y="0"/>
                </a:moveTo>
                <a:cubicBezTo>
                  <a:pt x="380021" y="0"/>
                  <a:pt x="398898" y="18877"/>
                  <a:pt x="398898" y="42164"/>
                </a:cubicBezTo>
                <a:cubicBezTo>
                  <a:pt x="398898" y="65451"/>
                  <a:pt x="380021" y="84328"/>
                  <a:pt x="356734" y="84328"/>
                </a:cubicBezTo>
                <a:cubicBezTo>
                  <a:pt x="333447" y="84328"/>
                  <a:pt x="314570" y="65451"/>
                  <a:pt x="314570" y="42164"/>
                </a:cubicBezTo>
                <a:cubicBezTo>
                  <a:pt x="314570" y="18877"/>
                  <a:pt x="333447" y="0"/>
                  <a:pt x="356734" y="0"/>
                </a:cubicBezTo>
                <a:close/>
                <a:moveTo>
                  <a:pt x="199448" y="0"/>
                </a:moveTo>
                <a:cubicBezTo>
                  <a:pt x="222735" y="0"/>
                  <a:pt x="241612" y="18877"/>
                  <a:pt x="241612" y="42164"/>
                </a:cubicBezTo>
                <a:cubicBezTo>
                  <a:pt x="241612" y="65451"/>
                  <a:pt x="222735" y="84328"/>
                  <a:pt x="199448" y="84328"/>
                </a:cubicBezTo>
                <a:cubicBezTo>
                  <a:pt x="176161" y="84328"/>
                  <a:pt x="157284" y="65451"/>
                  <a:pt x="157284" y="42164"/>
                </a:cubicBezTo>
                <a:cubicBezTo>
                  <a:pt x="157284" y="18877"/>
                  <a:pt x="176161" y="0"/>
                  <a:pt x="199448" y="0"/>
                </a:cubicBezTo>
                <a:close/>
                <a:moveTo>
                  <a:pt x="42164" y="0"/>
                </a:moveTo>
                <a:cubicBezTo>
                  <a:pt x="65451" y="0"/>
                  <a:pt x="84328" y="18877"/>
                  <a:pt x="84328" y="42164"/>
                </a:cubicBezTo>
                <a:cubicBezTo>
                  <a:pt x="84328" y="65451"/>
                  <a:pt x="65451" y="84328"/>
                  <a:pt x="42164" y="84328"/>
                </a:cubicBezTo>
                <a:cubicBezTo>
                  <a:pt x="18877" y="84328"/>
                  <a:pt x="0" y="65451"/>
                  <a:pt x="0" y="42164"/>
                </a:cubicBezTo>
                <a:cubicBezTo>
                  <a:pt x="0" y="18877"/>
                  <a:pt x="18877" y="0"/>
                  <a:pt x="4216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27" name="直接连接符 26"/>
          <p:cNvCxnSpPr/>
          <p:nvPr userDrawn="1">
            <p:custDataLst>
              <p:tags r:id="rId4"/>
            </p:custDataLst>
          </p:nvPr>
        </p:nvCxnSpPr>
        <p:spPr>
          <a:xfrm flipH="1">
            <a:off x="4639403" y="5949950"/>
            <a:ext cx="6169025" cy="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2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5"/>
            </p:custDataLst>
          </p:nvPr>
        </p:nvCxnSpPr>
        <p:spPr>
          <a:xfrm flipH="1">
            <a:off x="10915065" y="5949950"/>
            <a:ext cx="358226" cy="0"/>
          </a:xfrm>
          <a:prstGeom prst="line">
            <a:avLst/>
          </a:prstGeom>
          <a:ln w="25400" cap="rnd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6"/>
            </p:custDataLst>
          </p:nvPr>
        </p:nvCxnSpPr>
        <p:spPr>
          <a:xfrm flipH="1">
            <a:off x="11379928" y="5949950"/>
            <a:ext cx="135383" cy="0"/>
          </a:xfrm>
          <a:prstGeom prst="line">
            <a:avLst/>
          </a:prstGeom>
          <a:ln w="25400" cap="rnd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3833495" y="2242185"/>
            <a:ext cx="7122160" cy="2569210"/>
          </a:xfrm>
        </p:spPr>
        <p:txBody>
          <a:bodyPr wrap="square" anchor="t" anchorCtr="0">
            <a:normAutofit/>
          </a:bodyPr>
          <a:lstStyle>
            <a:lvl1pPr algn="r">
              <a:lnSpc>
                <a:spcPct val="100000"/>
              </a:lnSpc>
              <a:defRPr sz="5000" b="0">
                <a:latin typeface="+mj-lt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3833406" y="1099230"/>
            <a:ext cx="7122470" cy="972000"/>
          </a:xfrm>
        </p:spPr>
        <p:txBody>
          <a:bodyPr wrap="square"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>
                <a:solidFill>
                  <a:schemeClr val="tx1">
                    <a:alpha val="7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8265034" y="4921400"/>
            <a:ext cx="2690842" cy="545625"/>
          </a:xfrm>
          <a:custGeom>
            <a:avLst/>
            <a:gdLst>
              <a:gd name="connsiteX0" fmla="*/ 0 w 2690842"/>
              <a:gd name="connsiteY0" fmla="*/ 0 h 545625"/>
              <a:gd name="connsiteX1" fmla="*/ 2690842 w 2690842"/>
              <a:gd name="connsiteY1" fmla="*/ 0 h 545625"/>
              <a:gd name="connsiteX2" fmla="*/ 2690842 w 2690842"/>
              <a:gd name="connsiteY2" fmla="*/ 440636 h 545625"/>
              <a:gd name="connsiteX3" fmla="*/ 2365574 w 2690842"/>
              <a:gd name="connsiteY3" fmla="*/ 440636 h 545625"/>
              <a:gd name="connsiteX4" fmla="*/ 2280214 w 2690842"/>
              <a:gd name="connsiteY4" fmla="*/ 545625 h 545625"/>
              <a:gd name="connsiteX5" fmla="*/ 0 w 2690842"/>
              <a:gd name="connsiteY5" fmla="*/ 545625 h 54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90842" h="545625">
                <a:moveTo>
                  <a:pt x="0" y="0"/>
                </a:moveTo>
                <a:lnTo>
                  <a:pt x="2690842" y="0"/>
                </a:lnTo>
                <a:lnTo>
                  <a:pt x="2690842" y="440636"/>
                </a:lnTo>
                <a:lnTo>
                  <a:pt x="2365574" y="440636"/>
                </a:lnTo>
                <a:lnTo>
                  <a:pt x="2280214" y="545625"/>
                </a:lnTo>
                <a:lnTo>
                  <a:pt x="0" y="54562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99000">
                  <a:schemeClr val="accent1">
                    <a:alpha val="70000"/>
                  </a:schemeClr>
                </a:gs>
              </a:gsLst>
              <a:lin ang="0" scaled="1"/>
              <a:tileRect/>
            </a:gradFill>
          </a:ln>
        </p:spPr>
        <p:txBody>
          <a:bodyPr wrap="square" rIns="540000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任意多边形: 形状 19"/>
          <p:cNvSpPr/>
          <p:nvPr userDrawn="1">
            <p:custDataLst>
              <p:tags r:id="rId13"/>
            </p:custDataLst>
          </p:nvPr>
        </p:nvSpPr>
        <p:spPr>
          <a:xfrm flipH="1" flipV="1">
            <a:off x="10606610" y="5397193"/>
            <a:ext cx="312253" cy="69831"/>
          </a:xfrm>
          <a:custGeom>
            <a:avLst/>
            <a:gdLst>
              <a:gd name="connsiteX0" fmla="*/ 278134 w 389081"/>
              <a:gd name="connsiteY0" fmla="*/ 89627 h 89627"/>
              <a:gd name="connsiteX1" fmla="*/ 329769 w 389081"/>
              <a:gd name="connsiteY1" fmla="*/ 89627 h 89627"/>
              <a:gd name="connsiteX2" fmla="*/ 389081 w 389081"/>
              <a:gd name="connsiteY2" fmla="*/ 0 h 89627"/>
              <a:gd name="connsiteX3" fmla="*/ 337446 w 389081"/>
              <a:gd name="connsiteY3" fmla="*/ 0 h 89627"/>
              <a:gd name="connsiteX4" fmla="*/ 185423 w 389081"/>
              <a:gd name="connsiteY4" fmla="*/ 89627 h 89627"/>
              <a:gd name="connsiteX5" fmla="*/ 237057 w 389081"/>
              <a:gd name="connsiteY5" fmla="*/ 89627 h 89627"/>
              <a:gd name="connsiteX6" fmla="*/ 296370 w 389081"/>
              <a:gd name="connsiteY6" fmla="*/ 0 h 89627"/>
              <a:gd name="connsiteX7" fmla="*/ 244735 w 389081"/>
              <a:gd name="connsiteY7" fmla="*/ 0 h 89627"/>
              <a:gd name="connsiteX8" fmla="*/ 92711 w 389081"/>
              <a:gd name="connsiteY8" fmla="*/ 89627 h 89627"/>
              <a:gd name="connsiteX9" fmla="*/ 144346 w 389081"/>
              <a:gd name="connsiteY9" fmla="*/ 89627 h 89627"/>
              <a:gd name="connsiteX10" fmla="*/ 203659 w 389081"/>
              <a:gd name="connsiteY10" fmla="*/ 0 h 89627"/>
              <a:gd name="connsiteX11" fmla="*/ 152024 w 389081"/>
              <a:gd name="connsiteY11" fmla="*/ 0 h 89627"/>
              <a:gd name="connsiteX12" fmla="*/ 0 w 389081"/>
              <a:gd name="connsiteY12" fmla="*/ 89627 h 89627"/>
              <a:gd name="connsiteX13" fmla="*/ 51635 w 389081"/>
              <a:gd name="connsiteY13" fmla="*/ 89627 h 89627"/>
              <a:gd name="connsiteX14" fmla="*/ 110947 w 389081"/>
              <a:gd name="connsiteY14" fmla="*/ 0 h 89627"/>
              <a:gd name="connsiteX15" fmla="*/ 59312 w 389081"/>
              <a:gd name="connsiteY15" fmla="*/ 0 h 8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9081" h="89627">
                <a:moveTo>
                  <a:pt x="278134" y="89627"/>
                </a:moveTo>
                <a:lnTo>
                  <a:pt x="329769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3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9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37" name="任意多边形: 形状 36"/>
          <p:cNvSpPr/>
          <p:nvPr userDrawn="1">
            <p:custDataLst>
              <p:tags r:id="rId14"/>
            </p:custDataLst>
          </p:nvPr>
        </p:nvSpPr>
        <p:spPr>
          <a:xfrm>
            <a:off x="0" y="460439"/>
            <a:ext cx="2968667" cy="5937123"/>
          </a:xfrm>
          <a:custGeom>
            <a:avLst/>
            <a:gdLst>
              <a:gd name="connsiteX0" fmla="*/ 0 w 2968667"/>
              <a:gd name="connsiteY0" fmla="*/ 0 h 5937123"/>
              <a:gd name="connsiteX1" fmla="*/ 2968459 w 2968667"/>
              <a:gd name="connsiteY1" fmla="*/ 2968457 h 5937123"/>
              <a:gd name="connsiteX2" fmla="*/ 2968667 w 2968667"/>
              <a:gd name="connsiteY2" fmla="*/ 2968457 h 5937123"/>
              <a:gd name="connsiteX3" fmla="*/ 0 w 2968667"/>
              <a:gd name="connsiteY3" fmla="*/ 5937123 h 5937123"/>
              <a:gd name="connsiteX4" fmla="*/ 0 w 2968667"/>
              <a:gd name="connsiteY4" fmla="*/ 4759980 h 5937123"/>
              <a:gd name="connsiteX5" fmla="*/ 1791524 w 2968667"/>
              <a:gd name="connsiteY5" fmla="*/ 2968457 h 5937123"/>
              <a:gd name="connsiteX6" fmla="*/ 0 w 2968667"/>
              <a:gd name="connsiteY6" fmla="*/ 1176935 h 593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8667" h="5937123">
                <a:moveTo>
                  <a:pt x="0" y="0"/>
                </a:moveTo>
                <a:lnTo>
                  <a:pt x="2968459" y="2968457"/>
                </a:lnTo>
                <a:lnTo>
                  <a:pt x="2968667" y="2968457"/>
                </a:lnTo>
                <a:lnTo>
                  <a:pt x="0" y="5937123"/>
                </a:lnTo>
                <a:lnTo>
                  <a:pt x="0" y="4759980"/>
                </a:lnTo>
                <a:lnTo>
                  <a:pt x="1791524" y="2968457"/>
                </a:lnTo>
                <a:lnTo>
                  <a:pt x="0" y="117693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cxnSp>
        <p:nvCxnSpPr>
          <p:cNvPr id="11" name="直接连接符 10"/>
          <p:cNvCxnSpPr/>
          <p:nvPr userDrawn="1">
            <p:custDataLst>
              <p:tags r:id="rId15"/>
            </p:custDataLst>
          </p:nvPr>
        </p:nvCxnSpPr>
        <p:spPr>
          <a:xfrm>
            <a:off x="1429263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直接连接符 11"/>
          <p:cNvCxnSpPr/>
          <p:nvPr userDrawn="1">
            <p:custDataLst>
              <p:tags r:id="rId16"/>
            </p:custDataLst>
          </p:nvPr>
        </p:nvCxnSpPr>
        <p:spPr>
          <a:xfrm>
            <a:off x="1232452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12"/>
          <p:cNvCxnSpPr/>
          <p:nvPr userDrawn="1">
            <p:custDataLst>
              <p:tags r:id="rId17"/>
            </p:custDataLst>
          </p:nvPr>
        </p:nvCxnSpPr>
        <p:spPr>
          <a:xfrm>
            <a:off x="1035640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直接连接符 14"/>
          <p:cNvCxnSpPr/>
          <p:nvPr userDrawn="1">
            <p:custDataLst>
              <p:tags r:id="rId18"/>
            </p:custDataLst>
          </p:nvPr>
        </p:nvCxnSpPr>
        <p:spPr>
          <a:xfrm flipV="1">
            <a:off x="1429263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直接连接符 15"/>
          <p:cNvCxnSpPr/>
          <p:nvPr userDrawn="1">
            <p:custDataLst>
              <p:tags r:id="rId19"/>
            </p:custDataLst>
          </p:nvPr>
        </p:nvCxnSpPr>
        <p:spPr>
          <a:xfrm flipV="1">
            <a:off x="1232452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直接连接符 16"/>
          <p:cNvCxnSpPr/>
          <p:nvPr userDrawn="1">
            <p:custDataLst>
              <p:tags r:id="rId20"/>
            </p:custDataLst>
          </p:nvPr>
        </p:nvCxnSpPr>
        <p:spPr>
          <a:xfrm flipV="1">
            <a:off x="1035640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任意多边形: 形状 25"/>
          <p:cNvSpPr/>
          <p:nvPr userDrawn="1">
            <p:custDataLst>
              <p:tags r:id="rId21"/>
            </p:custDataLst>
          </p:nvPr>
        </p:nvSpPr>
        <p:spPr>
          <a:xfrm>
            <a:off x="0" y="2874648"/>
            <a:ext cx="554354" cy="1108704"/>
          </a:xfrm>
          <a:custGeom>
            <a:avLst/>
            <a:gdLst>
              <a:gd name="connsiteX0" fmla="*/ 0 w 554354"/>
              <a:gd name="connsiteY0" fmla="*/ 0 h 1108704"/>
              <a:gd name="connsiteX1" fmla="*/ 554354 w 554354"/>
              <a:gd name="connsiteY1" fmla="*/ 554352 h 1108704"/>
              <a:gd name="connsiteX2" fmla="*/ 0 w 554354"/>
              <a:gd name="connsiteY2" fmla="*/ 1108704 h 110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4354" h="1108704">
                <a:moveTo>
                  <a:pt x="0" y="0"/>
                </a:moveTo>
                <a:lnTo>
                  <a:pt x="554354" y="554352"/>
                </a:lnTo>
                <a:lnTo>
                  <a:pt x="0" y="1108704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508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4" name="任意多边形: 形状 33"/>
          <p:cNvSpPr/>
          <p:nvPr userDrawn="1">
            <p:custDataLst>
              <p:tags r:id="rId22"/>
            </p:custDataLst>
          </p:nvPr>
        </p:nvSpPr>
        <p:spPr>
          <a:xfrm>
            <a:off x="0" y="1337201"/>
            <a:ext cx="2091874" cy="4183599"/>
          </a:xfrm>
          <a:custGeom>
            <a:avLst/>
            <a:gdLst>
              <a:gd name="connsiteX0" fmla="*/ 0 w 2091874"/>
              <a:gd name="connsiteY0" fmla="*/ 0 h 4183599"/>
              <a:gd name="connsiteX1" fmla="*/ 2091727 w 2091874"/>
              <a:gd name="connsiteY1" fmla="*/ 2091726 h 4183599"/>
              <a:gd name="connsiteX2" fmla="*/ 2091874 w 2091874"/>
              <a:gd name="connsiteY2" fmla="*/ 2091726 h 4183599"/>
              <a:gd name="connsiteX3" fmla="*/ 0 w 2091874"/>
              <a:gd name="connsiteY3" fmla="*/ 4183599 h 4183599"/>
              <a:gd name="connsiteX4" fmla="*/ 0 w 2091874"/>
              <a:gd name="connsiteY4" fmla="*/ 3354124 h 4183599"/>
              <a:gd name="connsiteX5" fmla="*/ 1262398 w 2091874"/>
              <a:gd name="connsiteY5" fmla="*/ 2091726 h 4183599"/>
              <a:gd name="connsiteX6" fmla="*/ 0 w 2091874"/>
              <a:gd name="connsiteY6" fmla="*/ 829327 h 418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1874" h="4183599">
                <a:moveTo>
                  <a:pt x="0" y="0"/>
                </a:moveTo>
                <a:lnTo>
                  <a:pt x="2091727" y="2091726"/>
                </a:lnTo>
                <a:lnTo>
                  <a:pt x="2091874" y="2091726"/>
                </a:lnTo>
                <a:lnTo>
                  <a:pt x="0" y="4183599"/>
                </a:lnTo>
                <a:lnTo>
                  <a:pt x="0" y="3354124"/>
                </a:lnTo>
                <a:lnTo>
                  <a:pt x="1262398" y="2091726"/>
                </a:lnTo>
                <a:lnTo>
                  <a:pt x="0" y="829327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1" name="任意多边形: 形状 40"/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3436547" cy="6858000"/>
          </a:xfrm>
          <a:custGeom>
            <a:avLst/>
            <a:gdLst>
              <a:gd name="connsiteX0" fmla="*/ 1 w 3436547"/>
              <a:gd name="connsiteY0" fmla="*/ 0 h 6871033"/>
              <a:gd name="connsiteX1" fmla="*/ 3436547 w 3436547"/>
              <a:gd name="connsiteY1" fmla="*/ 3435516 h 6871033"/>
              <a:gd name="connsiteX2" fmla="*/ 1 w 3436547"/>
              <a:gd name="connsiteY2" fmla="*/ 6871033 h 6871033"/>
              <a:gd name="connsiteX3" fmla="*/ 0 w 3436547"/>
              <a:gd name="connsiteY3" fmla="*/ 6871032 h 6871033"/>
              <a:gd name="connsiteX4" fmla="*/ 0 w 3436547"/>
              <a:gd name="connsiteY4" fmla="*/ 6041558 h 6871033"/>
              <a:gd name="connsiteX5" fmla="*/ 1 w 3436547"/>
              <a:gd name="connsiteY5" fmla="*/ 6041559 h 6871033"/>
              <a:gd name="connsiteX6" fmla="*/ 2606778 w 3436547"/>
              <a:gd name="connsiteY6" fmla="*/ 3435516 h 6871033"/>
              <a:gd name="connsiteX7" fmla="*/ 1 w 3436547"/>
              <a:gd name="connsiteY7" fmla="*/ 829475 h 6871033"/>
              <a:gd name="connsiteX8" fmla="*/ 0 w 3436547"/>
              <a:gd name="connsiteY8" fmla="*/ 829476 h 6871033"/>
              <a:gd name="connsiteX9" fmla="*/ 0 w 3436547"/>
              <a:gd name="connsiteY9" fmla="*/ 1 h 687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36547" h="6871033">
                <a:moveTo>
                  <a:pt x="1" y="0"/>
                </a:moveTo>
                <a:lnTo>
                  <a:pt x="3436547" y="3435516"/>
                </a:lnTo>
                <a:lnTo>
                  <a:pt x="1" y="6871033"/>
                </a:lnTo>
                <a:lnTo>
                  <a:pt x="0" y="6871032"/>
                </a:lnTo>
                <a:lnTo>
                  <a:pt x="0" y="6041558"/>
                </a:lnTo>
                <a:lnTo>
                  <a:pt x="1" y="6041559"/>
                </a:lnTo>
                <a:lnTo>
                  <a:pt x="2606778" y="3435516"/>
                </a:lnTo>
                <a:lnTo>
                  <a:pt x="1" y="829475"/>
                </a:lnTo>
                <a:lnTo>
                  <a:pt x="0" y="829476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86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4" name="任意多边形: 形状 43"/>
          <p:cNvSpPr/>
          <p:nvPr userDrawn="1">
            <p:custDataLst>
              <p:tags r:id="rId24"/>
            </p:custDataLst>
          </p:nvPr>
        </p:nvSpPr>
        <p:spPr>
          <a:xfrm>
            <a:off x="1468573" y="0"/>
            <a:ext cx="4961673" cy="6857999"/>
          </a:xfrm>
          <a:custGeom>
            <a:avLst/>
            <a:gdLst>
              <a:gd name="connsiteX0" fmla="*/ 13037 w 4961673"/>
              <a:gd name="connsiteY0" fmla="*/ 0 h 6857999"/>
              <a:gd name="connsiteX1" fmla="*/ 1531645 w 4961673"/>
              <a:gd name="connsiteY1" fmla="*/ 0 h 6857999"/>
              <a:gd name="connsiteX2" fmla="*/ 4961673 w 4961673"/>
              <a:gd name="connsiteY2" fmla="*/ 3422495 h 6857999"/>
              <a:gd name="connsiteX3" fmla="*/ 1518608 w 4961673"/>
              <a:gd name="connsiteY3" fmla="*/ 6857999 h 6857999"/>
              <a:gd name="connsiteX4" fmla="*/ 0 w 4961673"/>
              <a:gd name="connsiteY4" fmla="*/ 6857999 h 6857999"/>
              <a:gd name="connsiteX5" fmla="*/ 3443005 w 4961673"/>
              <a:gd name="connsiteY5" fmla="*/ 342249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1673" h="6857999">
                <a:moveTo>
                  <a:pt x="13037" y="0"/>
                </a:moveTo>
                <a:lnTo>
                  <a:pt x="1531645" y="0"/>
                </a:lnTo>
                <a:lnTo>
                  <a:pt x="4961673" y="3422495"/>
                </a:lnTo>
                <a:lnTo>
                  <a:pt x="1518608" y="6857999"/>
                </a:lnTo>
                <a:lnTo>
                  <a:pt x="0" y="6857999"/>
                </a:lnTo>
                <a:lnTo>
                  <a:pt x="3443005" y="3422495"/>
                </a:lnTo>
                <a:close/>
              </a:path>
            </a:pathLst>
          </a:custGeom>
          <a:gradFill flip="none" rotWithShape="1">
            <a:gsLst>
              <a:gs pos="18000">
                <a:schemeClr val="accent1">
                  <a:alpha val="20000"/>
                </a:schemeClr>
              </a:gs>
              <a:gs pos="73000">
                <a:schemeClr val="accent1">
                  <a:alpha val="0"/>
                </a:schemeClr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7348406" y="0"/>
            <a:ext cx="4843594" cy="3860800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任意多边形: 形状 3"/>
          <p:cNvSpPr/>
          <p:nvPr userDrawn="1">
            <p:custDataLst>
              <p:tags r:id="rId3"/>
            </p:custDataLst>
          </p:nvPr>
        </p:nvSpPr>
        <p:spPr>
          <a:xfrm>
            <a:off x="10172700" y="53476"/>
            <a:ext cx="2019297" cy="2019903"/>
          </a:xfrm>
          <a:custGeom>
            <a:avLst/>
            <a:gdLst>
              <a:gd name="connsiteX0" fmla="*/ 1 w 3435515"/>
              <a:gd name="connsiteY0" fmla="*/ 0 h 3436545"/>
              <a:gd name="connsiteX1" fmla="*/ 829476 w 3435515"/>
              <a:gd name="connsiteY1" fmla="*/ 0 h 3436545"/>
              <a:gd name="connsiteX2" fmla="*/ 829475 w 3435515"/>
              <a:gd name="connsiteY2" fmla="*/ 1 h 3436545"/>
              <a:gd name="connsiteX3" fmla="*/ 3435515 w 3435515"/>
              <a:gd name="connsiteY3" fmla="*/ 2606776 h 3436545"/>
              <a:gd name="connsiteX4" fmla="*/ 3435515 w 3435515"/>
              <a:gd name="connsiteY4" fmla="*/ 3436545 h 3436545"/>
              <a:gd name="connsiteX5" fmla="*/ 0 w 3435515"/>
              <a:gd name="connsiteY5" fmla="*/ 1 h 3436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35515" h="3436545">
                <a:moveTo>
                  <a:pt x="1" y="0"/>
                </a:moveTo>
                <a:lnTo>
                  <a:pt x="829476" y="0"/>
                </a:lnTo>
                <a:lnTo>
                  <a:pt x="829475" y="1"/>
                </a:lnTo>
                <a:lnTo>
                  <a:pt x="3435515" y="2606776"/>
                </a:lnTo>
                <a:lnTo>
                  <a:pt x="3435515" y="3436545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11000">
                <a:schemeClr val="accent1">
                  <a:alpha val="70000"/>
                </a:schemeClr>
              </a:gs>
              <a:gs pos="79000">
                <a:schemeClr val="accent1">
                  <a:alpha val="0"/>
                </a:scheme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cxnSp>
        <p:nvCxnSpPr>
          <p:cNvPr id="5" name="直接连接符 4"/>
          <p:cNvCxnSpPr/>
          <p:nvPr userDrawn="1">
            <p:custDataLst>
              <p:tags r:id="rId4"/>
            </p:custDataLst>
          </p:nvPr>
        </p:nvCxnSpPr>
        <p:spPr>
          <a:xfrm rot="5400000" flipV="1">
            <a:off x="10414702" y="703131"/>
            <a:ext cx="1297407" cy="1297408"/>
          </a:xfrm>
          <a:prstGeom prst="line">
            <a:avLst/>
          </a:prstGeom>
          <a:noFill/>
          <a:ln w="1587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直接连接符 5"/>
          <p:cNvCxnSpPr/>
          <p:nvPr userDrawn="1">
            <p:custDataLst>
              <p:tags r:id="rId5"/>
            </p:custDataLst>
          </p:nvPr>
        </p:nvCxnSpPr>
        <p:spPr>
          <a:xfrm rot="5400000" flipV="1">
            <a:off x="10414702" y="587450"/>
            <a:ext cx="1297407" cy="1297408"/>
          </a:xfrm>
          <a:prstGeom prst="line">
            <a:avLst/>
          </a:prstGeom>
          <a:noFill/>
          <a:ln w="1587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直接连接符 9"/>
          <p:cNvCxnSpPr/>
          <p:nvPr userDrawn="1">
            <p:custDataLst>
              <p:tags r:id="rId6"/>
            </p:custDataLst>
          </p:nvPr>
        </p:nvCxnSpPr>
        <p:spPr>
          <a:xfrm rot="5400000" flipV="1">
            <a:off x="10433280" y="475577"/>
            <a:ext cx="1297407" cy="1297408"/>
          </a:xfrm>
          <a:prstGeom prst="line">
            <a:avLst/>
          </a:prstGeom>
          <a:noFill/>
          <a:ln w="1587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任意多边形: 形状 10"/>
          <p:cNvSpPr/>
          <p:nvPr userDrawn="1">
            <p:custDataLst>
              <p:tags r:id="rId7"/>
            </p:custDataLst>
          </p:nvPr>
        </p:nvSpPr>
        <p:spPr>
          <a:xfrm>
            <a:off x="10346813" y="0"/>
            <a:ext cx="1780328" cy="1780862"/>
          </a:xfrm>
          <a:custGeom>
            <a:avLst/>
            <a:gdLst>
              <a:gd name="connsiteX0" fmla="*/ 1 w 2384969"/>
              <a:gd name="connsiteY0" fmla="*/ 0 h 2385685"/>
              <a:gd name="connsiteX1" fmla="*/ 653123 w 2384969"/>
              <a:gd name="connsiteY1" fmla="*/ 0 h 2385685"/>
              <a:gd name="connsiteX2" fmla="*/ 653122 w 2384969"/>
              <a:gd name="connsiteY2" fmla="*/ 1 h 2385685"/>
              <a:gd name="connsiteX3" fmla="*/ 2384969 w 2384969"/>
              <a:gd name="connsiteY3" fmla="*/ 1732337 h 2385685"/>
              <a:gd name="connsiteX4" fmla="*/ 2384969 w 2384969"/>
              <a:gd name="connsiteY4" fmla="*/ 2385685 h 2385685"/>
              <a:gd name="connsiteX5" fmla="*/ 0 w 2384969"/>
              <a:gd name="connsiteY5" fmla="*/ 1 h 2385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84969" h="2385685">
                <a:moveTo>
                  <a:pt x="1" y="0"/>
                </a:moveTo>
                <a:lnTo>
                  <a:pt x="653123" y="0"/>
                </a:lnTo>
                <a:lnTo>
                  <a:pt x="653122" y="1"/>
                </a:lnTo>
                <a:lnTo>
                  <a:pt x="2384969" y="1732337"/>
                </a:lnTo>
                <a:lnTo>
                  <a:pt x="2384969" y="2385685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9000">
                <a:schemeClr val="accent1">
                  <a:alpha val="70000"/>
                </a:schemeClr>
              </a:gs>
              <a:gs pos="79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8"/>
            </p:custDataLst>
          </p:nvPr>
        </p:nvSpPr>
        <p:spPr>
          <a:xfrm>
            <a:off x="865505" y="565150"/>
            <a:ext cx="5667375" cy="1081405"/>
          </a:xfrm>
        </p:spPr>
        <p:txBody>
          <a:bodyPr wrap="square" anchor="b">
            <a:normAutofit/>
          </a:bodyPr>
          <a:lstStyle>
            <a:lvl1pPr>
              <a:defRPr sz="6000" b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任意多边形: 形状 20"/>
          <p:cNvSpPr/>
          <p:nvPr userDrawn="1">
            <p:custDataLst>
              <p:tags r:id="rId2"/>
            </p:custDataLst>
          </p:nvPr>
        </p:nvSpPr>
        <p:spPr>
          <a:xfrm>
            <a:off x="0" y="1299031"/>
            <a:ext cx="2130610" cy="4259938"/>
          </a:xfrm>
          <a:custGeom>
            <a:avLst/>
            <a:gdLst>
              <a:gd name="connsiteX0" fmla="*/ 1 w 2130610"/>
              <a:gd name="connsiteY0" fmla="*/ 0 h 4259938"/>
              <a:gd name="connsiteX1" fmla="*/ 2130610 w 2130610"/>
              <a:gd name="connsiteY1" fmla="*/ 2129969 h 4259938"/>
              <a:gd name="connsiteX2" fmla="*/ 1 w 2130610"/>
              <a:gd name="connsiteY2" fmla="*/ 4259938 h 4259938"/>
              <a:gd name="connsiteX3" fmla="*/ 0 w 2130610"/>
              <a:gd name="connsiteY3" fmla="*/ 4259938 h 4259938"/>
              <a:gd name="connsiteX4" fmla="*/ 0 w 2130610"/>
              <a:gd name="connsiteY4" fmla="*/ 3745676 h 4259938"/>
              <a:gd name="connsiteX5" fmla="*/ 1 w 2130610"/>
              <a:gd name="connsiteY5" fmla="*/ 3745676 h 4259938"/>
              <a:gd name="connsiteX6" fmla="*/ 1616165 w 2130610"/>
              <a:gd name="connsiteY6" fmla="*/ 2129969 h 4259938"/>
              <a:gd name="connsiteX7" fmla="*/ 1 w 2130610"/>
              <a:gd name="connsiteY7" fmla="*/ 514262 h 4259938"/>
              <a:gd name="connsiteX8" fmla="*/ 0 w 2130610"/>
              <a:gd name="connsiteY8" fmla="*/ 514263 h 4259938"/>
              <a:gd name="connsiteX9" fmla="*/ 0 w 2130610"/>
              <a:gd name="connsiteY9" fmla="*/ 1 h 4259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0610" h="4259938">
                <a:moveTo>
                  <a:pt x="1" y="0"/>
                </a:moveTo>
                <a:lnTo>
                  <a:pt x="2130610" y="2129969"/>
                </a:lnTo>
                <a:lnTo>
                  <a:pt x="1" y="4259938"/>
                </a:lnTo>
                <a:lnTo>
                  <a:pt x="0" y="4259938"/>
                </a:lnTo>
                <a:lnTo>
                  <a:pt x="0" y="3745676"/>
                </a:lnTo>
                <a:lnTo>
                  <a:pt x="1" y="3745676"/>
                </a:lnTo>
                <a:lnTo>
                  <a:pt x="1616165" y="2129969"/>
                </a:lnTo>
                <a:lnTo>
                  <a:pt x="1" y="514262"/>
                </a:lnTo>
                <a:lnTo>
                  <a:pt x="0" y="514263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70000"/>
                </a:schemeClr>
              </a:gs>
              <a:gs pos="86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3" name="任意多边形: 形状 22"/>
          <p:cNvSpPr/>
          <p:nvPr userDrawn="1">
            <p:custDataLst>
              <p:tags r:id="rId3"/>
            </p:custDataLst>
          </p:nvPr>
        </p:nvSpPr>
        <p:spPr>
          <a:xfrm>
            <a:off x="0" y="2131620"/>
            <a:ext cx="1296932" cy="2593769"/>
          </a:xfrm>
          <a:custGeom>
            <a:avLst/>
            <a:gdLst>
              <a:gd name="connsiteX0" fmla="*/ 0 w 1296932"/>
              <a:gd name="connsiteY0" fmla="*/ 0 h 2593769"/>
              <a:gd name="connsiteX1" fmla="*/ 1296840 w 1296932"/>
              <a:gd name="connsiteY1" fmla="*/ 1296839 h 2593769"/>
              <a:gd name="connsiteX2" fmla="*/ 1296932 w 1296932"/>
              <a:gd name="connsiteY2" fmla="*/ 1296839 h 2593769"/>
              <a:gd name="connsiteX3" fmla="*/ 0 w 1296932"/>
              <a:gd name="connsiteY3" fmla="*/ 2593769 h 2593769"/>
              <a:gd name="connsiteX4" fmla="*/ 0 w 1296932"/>
              <a:gd name="connsiteY4" fmla="*/ 2079507 h 2593769"/>
              <a:gd name="connsiteX5" fmla="*/ 782669 w 1296932"/>
              <a:gd name="connsiteY5" fmla="*/ 1296839 h 2593769"/>
              <a:gd name="connsiteX6" fmla="*/ 0 w 1296932"/>
              <a:gd name="connsiteY6" fmla="*/ 514171 h 259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6932" h="2593769">
                <a:moveTo>
                  <a:pt x="0" y="0"/>
                </a:moveTo>
                <a:lnTo>
                  <a:pt x="1296840" y="1296839"/>
                </a:lnTo>
                <a:lnTo>
                  <a:pt x="1296932" y="1296839"/>
                </a:lnTo>
                <a:lnTo>
                  <a:pt x="0" y="2593769"/>
                </a:lnTo>
                <a:lnTo>
                  <a:pt x="0" y="2079507"/>
                </a:lnTo>
                <a:lnTo>
                  <a:pt x="782669" y="1296839"/>
                </a:lnTo>
                <a:lnTo>
                  <a:pt x="0" y="514171"/>
                </a:lnTo>
                <a:close/>
              </a:path>
            </a:pathLst>
          </a:custGeom>
          <a:gradFill flip="none" rotWithShape="1">
            <a:gsLst>
              <a:gs pos="12000">
                <a:schemeClr val="accent1">
                  <a:alpha val="98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6" name="任意多边形: 形状 25"/>
          <p:cNvSpPr/>
          <p:nvPr userDrawn="1">
            <p:custDataLst>
              <p:tags r:id="rId4"/>
            </p:custDataLst>
          </p:nvPr>
        </p:nvSpPr>
        <p:spPr>
          <a:xfrm>
            <a:off x="0" y="1588536"/>
            <a:ext cx="1840531" cy="3680928"/>
          </a:xfrm>
          <a:custGeom>
            <a:avLst/>
            <a:gdLst>
              <a:gd name="connsiteX0" fmla="*/ 0 w 1840531"/>
              <a:gd name="connsiteY0" fmla="*/ 0 h 3680928"/>
              <a:gd name="connsiteX1" fmla="*/ 1840401 w 1840531"/>
              <a:gd name="connsiteY1" fmla="*/ 1840399 h 3680928"/>
              <a:gd name="connsiteX2" fmla="*/ 1840531 w 1840531"/>
              <a:gd name="connsiteY2" fmla="*/ 1840399 h 3680928"/>
              <a:gd name="connsiteX3" fmla="*/ 0 w 1840531"/>
              <a:gd name="connsiteY3" fmla="*/ 3680928 h 3680928"/>
              <a:gd name="connsiteX4" fmla="*/ 0 w 1840531"/>
              <a:gd name="connsiteY4" fmla="*/ 2951117 h 3680928"/>
              <a:gd name="connsiteX5" fmla="*/ 1110719 w 1840531"/>
              <a:gd name="connsiteY5" fmla="*/ 1840399 h 3680928"/>
              <a:gd name="connsiteX6" fmla="*/ 0 w 1840531"/>
              <a:gd name="connsiteY6" fmla="*/ 729681 h 3680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40531" h="3680928">
                <a:moveTo>
                  <a:pt x="0" y="0"/>
                </a:moveTo>
                <a:lnTo>
                  <a:pt x="1840401" y="1840399"/>
                </a:lnTo>
                <a:lnTo>
                  <a:pt x="1840531" y="1840399"/>
                </a:lnTo>
                <a:lnTo>
                  <a:pt x="0" y="3680928"/>
                </a:lnTo>
                <a:lnTo>
                  <a:pt x="0" y="2951117"/>
                </a:lnTo>
                <a:lnTo>
                  <a:pt x="1110719" y="1840399"/>
                </a:lnTo>
                <a:lnTo>
                  <a:pt x="0" y="72968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7" name="任意多边形: 形状 26"/>
          <p:cNvSpPr/>
          <p:nvPr userDrawn="1">
            <p:custDataLst>
              <p:tags r:id="rId5"/>
            </p:custDataLst>
          </p:nvPr>
        </p:nvSpPr>
        <p:spPr>
          <a:xfrm>
            <a:off x="0" y="1"/>
            <a:ext cx="4961673" cy="6857999"/>
          </a:xfrm>
          <a:custGeom>
            <a:avLst/>
            <a:gdLst>
              <a:gd name="connsiteX0" fmla="*/ 13037 w 4961673"/>
              <a:gd name="connsiteY0" fmla="*/ 0 h 6857999"/>
              <a:gd name="connsiteX1" fmla="*/ 1531645 w 4961673"/>
              <a:gd name="connsiteY1" fmla="*/ 0 h 6857999"/>
              <a:gd name="connsiteX2" fmla="*/ 4961673 w 4961673"/>
              <a:gd name="connsiteY2" fmla="*/ 3422495 h 6857999"/>
              <a:gd name="connsiteX3" fmla="*/ 1518608 w 4961673"/>
              <a:gd name="connsiteY3" fmla="*/ 6857999 h 6857999"/>
              <a:gd name="connsiteX4" fmla="*/ 0 w 4961673"/>
              <a:gd name="connsiteY4" fmla="*/ 6857999 h 6857999"/>
              <a:gd name="connsiteX5" fmla="*/ 3443005 w 4961673"/>
              <a:gd name="connsiteY5" fmla="*/ 342249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1673" h="6857999">
                <a:moveTo>
                  <a:pt x="13037" y="0"/>
                </a:moveTo>
                <a:lnTo>
                  <a:pt x="1531645" y="0"/>
                </a:lnTo>
                <a:lnTo>
                  <a:pt x="4961673" y="3422495"/>
                </a:lnTo>
                <a:lnTo>
                  <a:pt x="1518608" y="6857999"/>
                </a:lnTo>
                <a:lnTo>
                  <a:pt x="0" y="6857999"/>
                </a:lnTo>
                <a:lnTo>
                  <a:pt x="3443005" y="342249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20000"/>
                </a:schemeClr>
              </a:gs>
              <a:gs pos="73000">
                <a:schemeClr val="accent1">
                  <a:alpha val="0"/>
                </a:schemeClr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0" name="任意多边形: 形状 29"/>
          <p:cNvSpPr/>
          <p:nvPr userDrawn="1">
            <p:custDataLst>
              <p:tags r:id="rId6"/>
            </p:custDataLst>
          </p:nvPr>
        </p:nvSpPr>
        <p:spPr>
          <a:xfrm flipH="1">
            <a:off x="10061390" y="1299031"/>
            <a:ext cx="2130610" cy="4259938"/>
          </a:xfrm>
          <a:custGeom>
            <a:avLst/>
            <a:gdLst>
              <a:gd name="connsiteX0" fmla="*/ 1 w 2130610"/>
              <a:gd name="connsiteY0" fmla="*/ 0 h 4259938"/>
              <a:gd name="connsiteX1" fmla="*/ 2130610 w 2130610"/>
              <a:gd name="connsiteY1" fmla="*/ 2129969 h 4259938"/>
              <a:gd name="connsiteX2" fmla="*/ 1 w 2130610"/>
              <a:gd name="connsiteY2" fmla="*/ 4259938 h 4259938"/>
              <a:gd name="connsiteX3" fmla="*/ 0 w 2130610"/>
              <a:gd name="connsiteY3" fmla="*/ 4259938 h 4259938"/>
              <a:gd name="connsiteX4" fmla="*/ 0 w 2130610"/>
              <a:gd name="connsiteY4" fmla="*/ 3745676 h 4259938"/>
              <a:gd name="connsiteX5" fmla="*/ 1 w 2130610"/>
              <a:gd name="connsiteY5" fmla="*/ 3745676 h 4259938"/>
              <a:gd name="connsiteX6" fmla="*/ 1616165 w 2130610"/>
              <a:gd name="connsiteY6" fmla="*/ 2129969 h 4259938"/>
              <a:gd name="connsiteX7" fmla="*/ 1 w 2130610"/>
              <a:gd name="connsiteY7" fmla="*/ 514262 h 4259938"/>
              <a:gd name="connsiteX8" fmla="*/ 0 w 2130610"/>
              <a:gd name="connsiteY8" fmla="*/ 514263 h 4259938"/>
              <a:gd name="connsiteX9" fmla="*/ 0 w 2130610"/>
              <a:gd name="connsiteY9" fmla="*/ 1 h 4259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0610" h="4259938">
                <a:moveTo>
                  <a:pt x="1" y="0"/>
                </a:moveTo>
                <a:lnTo>
                  <a:pt x="2130610" y="2129969"/>
                </a:lnTo>
                <a:lnTo>
                  <a:pt x="1" y="4259938"/>
                </a:lnTo>
                <a:lnTo>
                  <a:pt x="0" y="4259938"/>
                </a:lnTo>
                <a:lnTo>
                  <a:pt x="0" y="3745676"/>
                </a:lnTo>
                <a:lnTo>
                  <a:pt x="1" y="3745676"/>
                </a:lnTo>
                <a:lnTo>
                  <a:pt x="1616165" y="2129969"/>
                </a:lnTo>
                <a:lnTo>
                  <a:pt x="1" y="514262"/>
                </a:lnTo>
                <a:lnTo>
                  <a:pt x="0" y="514263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70000"/>
                </a:schemeClr>
              </a:gs>
              <a:gs pos="86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1" name="任意多边形: 形状 30"/>
          <p:cNvSpPr/>
          <p:nvPr userDrawn="1">
            <p:custDataLst>
              <p:tags r:id="rId7"/>
            </p:custDataLst>
          </p:nvPr>
        </p:nvSpPr>
        <p:spPr>
          <a:xfrm flipH="1">
            <a:off x="10895068" y="2131620"/>
            <a:ext cx="1296932" cy="2593769"/>
          </a:xfrm>
          <a:custGeom>
            <a:avLst/>
            <a:gdLst>
              <a:gd name="connsiteX0" fmla="*/ 0 w 1296932"/>
              <a:gd name="connsiteY0" fmla="*/ 0 h 2593769"/>
              <a:gd name="connsiteX1" fmla="*/ 1296840 w 1296932"/>
              <a:gd name="connsiteY1" fmla="*/ 1296839 h 2593769"/>
              <a:gd name="connsiteX2" fmla="*/ 1296932 w 1296932"/>
              <a:gd name="connsiteY2" fmla="*/ 1296839 h 2593769"/>
              <a:gd name="connsiteX3" fmla="*/ 0 w 1296932"/>
              <a:gd name="connsiteY3" fmla="*/ 2593769 h 2593769"/>
              <a:gd name="connsiteX4" fmla="*/ 0 w 1296932"/>
              <a:gd name="connsiteY4" fmla="*/ 2079507 h 2593769"/>
              <a:gd name="connsiteX5" fmla="*/ 782669 w 1296932"/>
              <a:gd name="connsiteY5" fmla="*/ 1296839 h 2593769"/>
              <a:gd name="connsiteX6" fmla="*/ 0 w 1296932"/>
              <a:gd name="connsiteY6" fmla="*/ 514171 h 259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6932" h="2593769">
                <a:moveTo>
                  <a:pt x="0" y="0"/>
                </a:moveTo>
                <a:lnTo>
                  <a:pt x="1296840" y="1296839"/>
                </a:lnTo>
                <a:lnTo>
                  <a:pt x="1296932" y="1296839"/>
                </a:lnTo>
                <a:lnTo>
                  <a:pt x="0" y="2593769"/>
                </a:lnTo>
                <a:lnTo>
                  <a:pt x="0" y="2079507"/>
                </a:lnTo>
                <a:lnTo>
                  <a:pt x="782669" y="1296839"/>
                </a:lnTo>
                <a:lnTo>
                  <a:pt x="0" y="514171"/>
                </a:lnTo>
                <a:close/>
              </a:path>
            </a:pathLst>
          </a:custGeom>
          <a:gradFill flip="none" rotWithShape="1">
            <a:gsLst>
              <a:gs pos="12000">
                <a:schemeClr val="accent1">
                  <a:alpha val="98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2" name="任意多边形: 形状 31"/>
          <p:cNvSpPr/>
          <p:nvPr userDrawn="1">
            <p:custDataLst>
              <p:tags r:id="rId8"/>
            </p:custDataLst>
          </p:nvPr>
        </p:nvSpPr>
        <p:spPr>
          <a:xfrm flipH="1">
            <a:off x="10351469" y="1588536"/>
            <a:ext cx="1840531" cy="3680928"/>
          </a:xfrm>
          <a:custGeom>
            <a:avLst/>
            <a:gdLst>
              <a:gd name="connsiteX0" fmla="*/ 0 w 1840531"/>
              <a:gd name="connsiteY0" fmla="*/ 0 h 3680928"/>
              <a:gd name="connsiteX1" fmla="*/ 1840401 w 1840531"/>
              <a:gd name="connsiteY1" fmla="*/ 1840399 h 3680928"/>
              <a:gd name="connsiteX2" fmla="*/ 1840531 w 1840531"/>
              <a:gd name="connsiteY2" fmla="*/ 1840399 h 3680928"/>
              <a:gd name="connsiteX3" fmla="*/ 0 w 1840531"/>
              <a:gd name="connsiteY3" fmla="*/ 3680928 h 3680928"/>
              <a:gd name="connsiteX4" fmla="*/ 0 w 1840531"/>
              <a:gd name="connsiteY4" fmla="*/ 2951117 h 3680928"/>
              <a:gd name="connsiteX5" fmla="*/ 1110719 w 1840531"/>
              <a:gd name="connsiteY5" fmla="*/ 1840399 h 3680928"/>
              <a:gd name="connsiteX6" fmla="*/ 0 w 1840531"/>
              <a:gd name="connsiteY6" fmla="*/ 729681 h 3680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40531" h="3680928">
                <a:moveTo>
                  <a:pt x="0" y="0"/>
                </a:moveTo>
                <a:lnTo>
                  <a:pt x="1840401" y="1840399"/>
                </a:lnTo>
                <a:lnTo>
                  <a:pt x="1840531" y="1840399"/>
                </a:lnTo>
                <a:lnTo>
                  <a:pt x="0" y="3680928"/>
                </a:lnTo>
                <a:lnTo>
                  <a:pt x="0" y="2951117"/>
                </a:lnTo>
                <a:lnTo>
                  <a:pt x="1110719" y="1840399"/>
                </a:lnTo>
                <a:lnTo>
                  <a:pt x="0" y="72968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3" name="任意多边形: 形状 32"/>
          <p:cNvSpPr/>
          <p:nvPr userDrawn="1">
            <p:custDataLst>
              <p:tags r:id="rId9"/>
            </p:custDataLst>
          </p:nvPr>
        </p:nvSpPr>
        <p:spPr>
          <a:xfrm flipH="1">
            <a:off x="7230327" y="1"/>
            <a:ext cx="4961673" cy="6857999"/>
          </a:xfrm>
          <a:custGeom>
            <a:avLst/>
            <a:gdLst>
              <a:gd name="connsiteX0" fmla="*/ 13037 w 4961673"/>
              <a:gd name="connsiteY0" fmla="*/ 0 h 6857999"/>
              <a:gd name="connsiteX1" fmla="*/ 1531645 w 4961673"/>
              <a:gd name="connsiteY1" fmla="*/ 0 h 6857999"/>
              <a:gd name="connsiteX2" fmla="*/ 4961673 w 4961673"/>
              <a:gd name="connsiteY2" fmla="*/ 3422495 h 6857999"/>
              <a:gd name="connsiteX3" fmla="*/ 1518608 w 4961673"/>
              <a:gd name="connsiteY3" fmla="*/ 6857999 h 6857999"/>
              <a:gd name="connsiteX4" fmla="*/ 0 w 4961673"/>
              <a:gd name="connsiteY4" fmla="*/ 6857999 h 6857999"/>
              <a:gd name="connsiteX5" fmla="*/ 3443005 w 4961673"/>
              <a:gd name="connsiteY5" fmla="*/ 342249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1673" h="6857999">
                <a:moveTo>
                  <a:pt x="13037" y="0"/>
                </a:moveTo>
                <a:lnTo>
                  <a:pt x="1531645" y="0"/>
                </a:lnTo>
                <a:lnTo>
                  <a:pt x="4961673" y="3422495"/>
                </a:lnTo>
                <a:lnTo>
                  <a:pt x="1518608" y="6857999"/>
                </a:lnTo>
                <a:lnTo>
                  <a:pt x="0" y="6857999"/>
                </a:lnTo>
                <a:lnTo>
                  <a:pt x="3443005" y="342249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20000"/>
                </a:schemeClr>
              </a:gs>
              <a:gs pos="73000">
                <a:schemeClr val="accent1">
                  <a:alpha val="0"/>
                </a:schemeClr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4" name="任意多边形: 形状 13"/>
          <p:cNvSpPr/>
          <p:nvPr userDrawn="1">
            <p:custDataLst>
              <p:tags r:id="rId10"/>
            </p:custDataLst>
          </p:nvPr>
        </p:nvSpPr>
        <p:spPr>
          <a:xfrm>
            <a:off x="5872175" y="4594942"/>
            <a:ext cx="447650" cy="67872"/>
          </a:xfrm>
          <a:custGeom>
            <a:avLst/>
            <a:gdLst>
              <a:gd name="connsiteX0" fmla="*/ 413714 w 447650"/>
              <a:gd name="connsiteY0" fmla="*/ 0 h 67872"/>
              <a:gd name="connsiteX1" fmla="*/ 447650 w 447650"/>
              <a:gd name="connsiteY1" fmla="*/ 33936 h 67872"/>
              <a:gd name="connsiteX2" fmla="*/ 413714 w 447650"/>
              <a:gd name="connsiteY2" fmla="*/ 67872 h 67872"/>
              <a:gd name="connsiteX3" fmla="*/ 379778 w 447650"/>
              <a:gd name="connsiteY3" fmla="*/ 33936 h 67872"/>
              <a:gd name="connsiteX4" fmla="*/ 413714 w 447650"/>
              <a:gd name="connsiteY4" fmla="*/ 0 h 67872"/>
              <a:gd name="connsiteX5" fmla="*/ 287122 w 447650"/>
              <a:gd name="connsiteY5" fmla="*/ 0 h 67872"/>
              <a:gd name="connsiteX6" fmla="*/ 321058 w 447650"/>
              <a:gd name="connsiteY6" fmla="*/ 33936 h 67872"/>
              <a:gd name="connsiteX7" fmla="*/ 287122 w 447650"/>
              <a:gd name="connsiteY7" fmla="*/ 67872 h 67872"/>
              <a:gd name="connsiteX8" fmla="*/ 253186 w 447650"/>
              <a:gd name="connsiteY8" fmla="*/ 33936 h 67872"/>
              <a:gd name="connsiteX9" fmla="*/ 287122 w 447650"/>
              <a:gd name="connsiteY9" fmla="*/ 0 h 67872"/>
              <a:gd name="connsiteX10" fmla="*/ 160529 w 447650"/>
              <a:gd name="connsiteY10" fmla="*/ 0 h 67872"/>
              <a:gd name="connsiteX11" fmla="*/ 194465 w 447650"/>
              <a:gd name="connsiteY11" fmla="*/ 33936 h 67872"/>
              <a:gd name="connsiteX12" fmla="*/ 160529 w 447650"/>
              <a:gd name="connsiteY12" fmla="*/ 67872 h 67872"/>
              <a:gd name="connsiteX13" fmla="*/ 126593 w 447650"/>
              <a:gd name="connsiteY13" fmla="*/ 33936 h 67872"/>
              <a:gd name="connsiteX14" fmla="*/ 160529 w 447650"/>
              <a:gd name="connsiteY14" fmla="*/ 0 h 67872"/>
              <a:gd name="connsiteX15" fmla="*/ 33936 w 447650"/>
              <a:gd name="connsiteY15" fmla="*/ 0 h 67872"/>
              <a:gd name="connsiteX16" fmla="*/ 67872 w 447650"/>
              <a:gd name="connsiteY16" fmla="*/ 33936 h 67872"/>
              <a:gd name="connsiteX17" fmla="*/ 33936 w 447650"/>
              <a:gd name="connsiteY17" fmla="*/ 67872 h 67872"/>
              <a:gd name="connsiteX18" fmla="*/ 0 w 447650"/>
              <a:gd name="connsiteY18" fmla="*/ 33936 h 67872"/>
              <a:gd name="connsiteX19" fmla="*/ 33936 w 447650"/>
              <a:gd name="connsiteY19" fmla="*/ 0 h 67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7650" h="67872">
                <a:moveTo>
                  <a:pt x="413714" y="0"/>
                </a:moveTo>
                <a:cubicBezTo>
                  <a:pt x="432456" y="0"/>
                  <a:pt x="447650" y="15194"/>
                  <a:pt x="447650" y="33936"/>
                </a:cubicBezTo>
                <a:cubicBezTo>
                  <a:pt x="447650" y="52678"/>
                  <a:pt x="432456" y="67872"/>
                  <a:pt x="413714" y="67872"/>
                </a:cubicBezTo>
                <a:cubicBezTo>
                  <a:pt x="394972" y="67872"/>
                  <a:pt x="379778" y="52678"/>
                  <a:pt x="379778" y="33936"/>
                </a:cubicBezTo>
                <a:cubicBezTo>
                  <a:pt x="379778" y="15194"/>
                  <a:pt x="394972" y="0"/>
                  <a:pt x="413714" y="0"/>
                </a:cubicBezTo>
                <a:close/>
                <a:moveTo>
                  <a:pt x="287122" y="0"/>
                </a:moveTo>
                <a:cubicBezTo>
                  <a:pt x="305864" y="0"/>
                  <a:pt x="321058" y="15194"/>
                  <a:pt x="321058" y="33936"/>
                </a:cubicBezTo>
                <a:cubicBezTo>
                  <a:pt x="321058" y="52678"/>
                  <a:pt x="305864" y="67872"/>
                  <a:pt x="287122" y="67872"/>
                </a:cubicBezTo>
                <a:cubicBezTo>
                  <a:pt x="268380" y="67872"/>
                  <a:pt x="253186" y="52678"/>
                  <a:pt x="253186" y="33936"/>
                </a:cubicBezTo>
                <a:cubicBezTo>
                  <a:pt x="253186" y="15194"/>
                  <a:pt x="268380" y="0"/>
                  <a:pt x="287122" y="0"/>
                </a:cubicBezTo>
                <a:close/>
                <a:moveTo>
                  <a:pt x="160529" y="0"/>
                </a:moveTo>
                <a:cubicBezTo>
                  <a:pt x="179271" y="0"/>
                  <a:pt x="194465" y="15194"/>
                  <a:pt x="194465" y="33936"/>
                </a:cubicBezTo>
                <a:cubicBezTo>
                  <a:pt x="194465" y="52678"/>
                  <a:pt x="179271" y="67872"/>
                  <a:pt x="160529" y="67872"/>
                </a:cubicBezTo>
                <a:cubicBezTo>
                  <a:pt x="141787" y="67872"/>
                  <a:pt x="126593" y="52678"/>
                  <a:pt x="126593" y="33936"/>
                </a:cubicBezTo>
                <a:cubicBezTo>
                  <a:pt x="126593" y="15194"/>
                  <a:pt x="141787" y="0"/>
                  <a:pt x="160529" y="0"/>
                </a:cubicBezTo>
                <a:close/>
                <a:moveTo>
                  <a:pt x="33936" y="0"/>
                </a:moveTo>
                <a:cubicBezTo>
                  <a:pt x="52678" y="0"/>
                  <a:pt x="67872" y="15194"/>
                  <a:pt x="67872" y="33936"/>
                </a:cubicBezTo>
                <a:cubicBezTo>
                  <a:pt x="67872" y="52678"/>
                  <a:pt x="52678" y="67872"/>
                  <a:pt x="33936" y="67872"/>
                </a:cubicBezTo>
                <a:cubicBezTo>
                  <a:pt x="15194" y="67872"/>
                  <a:pt x="0" y="52678"/>
                  <a:pt x="0" y="33936"/>
                </a:cubicBezTo>
                <a:cubicBezTo>
                  <a:pt x="0" y="15194"/>
                  <a:pt x="15194" y="0"/>
                  <a:pt x="339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5" name="直接连接符 14"/>
          <p:cNvCxnSpPr/>
          <p:nvPr userDrawn="1">
            <p:custDataLst>
              <p:tags r:id="rId11"/>
            </p:custDataLst>
          </p:nvPr>
        </p:nvCxnSpPr>
        <p:spPr>
          <a:xfrm flipH="1">
            <a:off x="3655150" y="4628878"/>
            <a:ext cx="1440000" cy="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12"/>
            </p:custDataLst>
          </p:nvPr>
        </p:nvCxnSpPr>
        <p:spPr>
          <a:xfrm>
            <a:off x="7096850" y="4628878"/>
            <a:ext cx="1440000" cy="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3"/>
            </p:custDataLst>
          </p:nvPr>
        </p:nvSpPr>
        <p:spPr>
          <a:xfrm>
            <a:off x="1526540" y="3022600"/>
            <a:ext cx="9144000" cy="1293495"/>
          </a:xfrm>
        </p:spPr>
        <p:txBody>
          <a:bodyPr wrap="square" anchor="t" anchorCtr="0">
            <a:normAutofit/>
          </a:bodyPr>
          <a:lstStyle>
            <a:lvl1pPr algn="ctr">
              <a:defRPr sz="4800" b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17"/>
            </p:custDataLst>
          </p:nvPr>
        </p:nvSpPr>
        <p:spPr>
          <a:xfrm>
            <a:off x="1524000" y="1573525"/>
            <a:ext cx="9144000" cy="122400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7200" b="1">
                <a:gradFill>
                  <a:gsLst>
                    <a:gs pos="59628">
                      <a:schemeClr val="accent1">
                        <a:lumMod val="60000"/>
                        <a:lumOff val="40000"/>
                      </a:schemeClr>
                    </a:gs>
                    <a:gs pos="21000">
                      <a:schemeClr val="accent1">
                        <a:alpha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16200000" scaled="1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595" y="360045"/>
            <a:ext cx="10799445" cy="8642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595" y="360045"/>
            <a:ext cx="10798175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矩形 30"/>
          <p:cNvSpPr/>
          <p:nvPr userDrawn="1">
            <p:custDataLst>
              <p:tags r:id="rId2"/>
            </p:custDataLst>
          </p:nvPr>
        </p:nvSpPr>
        <p:spPr>
          <a:xfrm flipH="1" flipV="1">
            <a:off x="0" y="2997200"/>
            <a:ext cx="4843594" cy="3860800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任意多边形: 形状 2"/>
          <p:cNvSpPr/>
          <p:nvPr userDrawn="1">
            <p:custDataLst>
              <p:tags r:id="rId3"/>
            </p:custDataLst>
          </p:nvPr>
        </p:nvSpPr>
        <p:spPr>
          <a:xfrm flipH="1">
            <a:off x="1240512" y="846740"/>
            <a:ext cx="556181" cy="84328"/>
          </a:xfrm>
          <a:custGeom>
            <a:avLst/>
            <a:gdLst>
              <a:gd name="connsiteX0" fmla="*/ 42164 w 556181"/>
              <a:gd name="connsiteY0" fmla="*/ 0 h 84328"/>
              <a:gd name="connsiteX1" fmla="*/ 0 w 556181"/>
              <a:gd name="connsiteY1" fmla="*/ 42164 h 84328"/>
              <a:gd name="connsiteX2" fmla="*/ 42164 w 556181"/>
              <a:gd name="connsiteY2" fmla="*/ 84328 h 84328"/>
              <a:gd name="connsiteX3" fmla="*/ 84328 w 556181"/>
              <a:gd name="connsiteY3" fmla="*/ 42164 h 84328"/>
              <a:gd name="connsiteX4" fmla="*/ 42164 w 556181"/>
              <a:gd name="connsiteY4" fmla="*/ 0 h 84328"/>
              <a:gd name="connsiteX5" fmla="*/ 199448 w 556181"/>
              <a:gd name="connsiteY5" fmla="*/ 0 h 84328"/>
              <a:gd name="connsiteX6" fmla="*/ 157284 w 556181"/>
              <a:gd name="connsiteY6" fmla="*/ 42164 h 84328"/>
              <a:gd name="connsiteX7" fmla="*/ 199448 w 556181"/>
              <a:gd name="connsiteY7" fmla="*/ 84328 h 84328"/>
              <a:gd name="connsiteX8" fmla="*/ 241612 w 556181"/>
              <a:gd name="connsiteY8" fmla="*/ 42164 h 84328"/>
              <a:gd name="connsiteX9" fmla="*/ 199448 w 556181"/>
              <a:gd name="connsiteY9" fmla="*/ 0 h 84328"/>
              <a:gd name="connsiteX10" fmla="*/ 356734 w 556181"/>
              <a:gd name="connsiteY10" fmla="*/ 0 h 84328"/>
              <a:gd name="connsiteX11" fmla="*/ 314570 w 556181"/>
              <a:gd name="connsiteY11" fmla="*/ 42164 h 84328"/>
              <a:gd name="connsiteX12" fmla="*/ 356734 w 556181"/>
              <a:gd name="connsiteY12" fmla="*/ 84328 h 84328"/>
              <a:gd name="connsiteX13" fmla="*/ 398898 w 556181"/>
              <a:gd name="connsiteY13" fmla="*/ 42164 h 84328"/>
              <a:gd name="connsiteX14" fmla="*/ 356734 w 556181"/>
              <a:gd name="connsiteY14" fmla="*/ 0 h 84328"/>
              <a:gd name="connsiteX15" fmla="*/ 514017 w 556181"/>
              <a:gd name="connsiteY15" fmla="*/ 0 h 84328"/>
              <a:gd name="connsiteX16" fmla="*/ 471853 w 556181"/>
              <a:gd name="connsiteY16" fmla="*/ 42164 h 84328"/>
              <a:gd name="connsiteX17" fmla="*/ 514017 w 556181"/>
              <a:gd name="connsiteY17" fmla="*/ 84328 h 84328"/>
              <a:gd name="connsiteX18" fmla="*/ 556181 w 556181"/>
              <a:gd name="connsiteY18" fmla="*/ 42164 h 84328"/>
              <a:gd name="connsiteX19" fmla="*/ 514017 w 556181"/>
              <a:gd name="connsiteY19" fmla="*/ 0 h 8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6181" h="84328">
                <a:moveTo>
                  <a:pt x="42164" y="0"/>
                </a:moveTo>
                <a:cubicBezTo>
                  <a:pt x="18877" y="0"/>
                  <a:pt x="0" y="18877"/>
                  <a:pt x="0" y="42164"/>
                </a:cubicBezTo>
                <a:cubicBezTo>
                  <a:pt x="0" y="65451"/>
                  <a:pt x="18877" y="84328"/>
                  <a:pt x="42164" y="84328"/>
                </a:cubicBezTo>
                <a:cubicBezTo>
                  <a:pt x="65451" y="84328"/>
                  <a:pt x="84328" y="65451"/>
                  <a:pt x="84328" y="42164"/>
                </a:cubicBezTo>
                <a:cubicBezTo>
                  <a:pt x="84328" y="18877"/>
                  <a:pt x="65451" y="0"/>
                  <a:pt x="42164" y="0"/>
                </a:cubicBezTo>
                <a:close/>
                <a:moveTo>
                  <a:pt x="199448" y="0"/>
                </a:moveTo>
                <a:cubicBezTo>
                  <a:pt x="176161" y="0"/>
                  <a:pt x="157284" y="18877"/>
                  <a:pt x="157284" y="42164"/>
                </a:cubicBezTo>
                <a:cubicBezTo>
                  <a:pt x="157284" y="65451"/>
                  <a:pt x="176161" y="84328"/>
                  <a:pt x="199448" y="84328"/>
                </a:cubicBezTo>
                <a:cubicBezTo>
                  <a:pt x="222735" y="84328"/>
                  <a:pt x="241612" y="65451"/>
                  <a:pt x="241612" y="42164"/>
                </a:cubicBezTo>
                <a:cubicBezTo>
                  <a:pt x="241612" y="18877"/>
                  <a:pt x="222735" y="0"/>
                  <a:pt x="199448" y="0"/>
                </a:cubicBezTo>
                <a:close/>
                <a:moveTo>
                  <a:pt x="356734" y="0"/>
                </a:moveTo>
                <a:cubicBezTo>
                  <a:pt x="333447" y="0"/>
                  <a:pt x="314570" y="18877"/>
                  <a:pt x="314570" y="42164"/>
                </a:cubicBezTo>
                <a:cubicBezTo>
                  <a:pt x="314570" y="65451"/>
                  <a:pt x="333447" y="84328"/>
                  <a:pt x="356734" y="84328"/>
                </a:cubicBezTo>
                <a:cubicBezTo>
                  <a:pt x="380021" y="84328"/>
                  <a:pt x="398898" y="65451"/>
                  <a:pt x="398898" y="42164"/>
                </a:cubicBezTo>
                <a:cubicBezTo>
                  <a:pt x="398898" y="18877"/>
                  <a:pt x="380021" y="0"/>
                  <a:pt x="356734" y="0"/>
                </a:cubicBezTo>
                <a:close/>
                <a:moveTo>
                  <a:pt x="514017" y="0"/>
                </a:moveTo>
                <a:cubicBezTo>
                  <a:pt x="490730" y="0"/>
                  <a:pt x="471853" y="18877"/>
                  <a:pt x="471853" y="42164"/>
                </a:cubicBezTo>
                <a:cubicBezTo>
                  <a:pt x="471853" y="65451"/>
                  <a:pt x="490730" y="84328"/>
                  <a:pt x="514017" y="84328"/>
                </a:cubicBezTo>
                <a:cubicBezTo>
                  <a:pt x="537304" y="84328"/>
                  <a:pt x="556181" y="65451"/>
                  <a:pt x="556181" y="42164"/>
                </a:cubicBezTo>
                <a:cubicBezTo>
                  <a:pt x="556181" y="18877"/>
                  <a:pt x="537304" y="0"/>
                  <a:pt x="51401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27" name="直接连接符 26"/>
          <p:cNvCxnSpPr/>
          <p:nvPr userDrawn="1">
            <p:custDataLst>
              <p:tags r:id="rId4"/>
            </p:custDataLst>
          </p:nvPr>
        </p:nvCxnSpPr>
        <p:spPr>
          <a:xfrm>
            <a:off x="1844674" y="5949950"/>
            <a:ext cx="6169025" cy="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2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5"/>
            </p:custDataLst>
          </p:nvPr>
        </p:nvCxnSpPr>
        <p:spPr>
          <a:xfrm>
            <a:off x="1137791" y="5949950"/>
            <a:ext cx="135383" cy="0"/>
          </a:xfrm>
          <a:prstGeom prst="line">
            <a:avLst/>
          </a:prstGeom>
          <a:ln w="25400" cap="rnd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: 形状 9"/>
          <p:cNvSpPr/>
          <p:nvPr userDrawn="1">
            <p:custDataLst>
              <p:tags r:id="rId6"/>
            </p:custDataLst>
          </p:nvPr>
        </p:nvSpPr>
        <p:spPr>
          <a:xfrm flipH="1">
            <a:off x="9223333" y="460439"/>
            <a:ext cx="2968667" cy="5937123"/>
          </a:xfrm>
          <a:custGeom>
            <a:avLst/>
            <a:gdLst>
              <a:gd name="connsiteX0" fmla="*/ 0 w 2968667"/>
              <a:gd name="connsiteY0" fmla="*/ 0 h 5937123"/>
              <a:gd name="connsiteX1" fmla="*/ 2968459 w 2968667"/>
              <a:gd name="connsiteY1" fmla="*/ 2968457 h 5937123"/>
              <a:gd name="connsiteX2" fmla="*/ 2968667 w 2968667"/>
              <a:gd name="connsiteY2" fmla="*/ 2968457 h 5937123"/>
              <a:gd name="connsiteX3" fmla="*/ 0 w 2968667"/>
              <a:gd name="connsiteY3" fmla="*/ 5937123 h 5937123"/>
              <a:gd name="connsiteX4" fmla="*/ 0 w 2968667"/>
              <a:gd name="connsiteY4" fmla="*/ 4759980 h 5937123"/>
              <a:gd name="connsiteX5" fmla="*/ 1791524 w 2968667"/>
              <a:gd name="connsiteY5" fmla="*/ 2968457 h 5937123"/>
              <a:gd name="connsiteX6" fmla="*/ 0 w 2968667"/>
              <a:gd name="connsiteY6" fmla="*/ 1176935 h 593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8667" h="5937123">
                <a:moveTo>
                  <a:pt x="0" y="0"/>
                </a:moveTo>
                <a:lnTo>
                  <a:pt x="2968459" y="2968457"/>
                </a:lnTo>
                <a:lnTo>
                  <a:pt x="2968667" y="2968457"/>
                </a:lnTo>
                <a:lnTo>
                  <a:pt x="0" y="5937123"/>
                </a:lnTo>
                <a:lnTo>
                  <a:pt x="0" y="4759980"/>
                </a:lnTo>
                <a:lnTo>
                  <a:pt x="1791524" y="2968457"/>
                </a:lnTo>
                <a:lnTo>
                  <a:pt x="0" y="117693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cxnSp>
        <p:nvCxnSpPr>
          <p:cNvPr id="18" name="直接连接符 17"/>
          <p:cNvCxnSpPr/>
          <p:nvPr userDrawn="1">
            <p:custDataLst>
              <p:tags r:id="rId7"/>
            </p:custDataLst>
          </p:nvPr>
        </p:nvCxnSpPr>
        <p:spPr>
          <a:xfrm flipH="1">
            <a:off x="8555404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直接连接符 21"/>
          <p:cNvCxnSpPr/>
          <p:nvPr userDrawn="1">
            <p:custDataLst>
              <p:tags r:id="rId8"/>
            </p:custDataLst>
          </p:nvPr>
        </p:nvCxnSpPr>
        <p:spPr>
          <a:xfrm flipH="1">
            <a:off x="8752215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直接连接符 22"/>
          <p:cNvCxnSpPr/>
          <p:nvPr userDrawn="1">
            <p:custDataLst>
              <p:tags r:id="rId9"/>
            </p:custDataLst>
          </p:nvPr>
        </p:nvCxnSpPr>
        <p:spPr>
          <a:xfrm flipH="1">
            <a:off x="8949027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直接连接符 23"/>
          <p:cNvCxnSpPr/>
          <p:nvPr userDrawn="1">
            <p:custDataLst>
              <p:tags r:id="rId10"/>
            </p:custDataLst>
          </p:nvPr>
        </p:nvCxnSpPr>
        <p:spPr>
          <a:xfrm flipH="1" flipV="1">
            <a:off x="8555404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直接连接符 24"/>
          <p:cNvCxnSpPr/>
          <p:nvPr userDrawn="1">
            <p:custDataLst>
              <p:tags r:id="rId11"/>
            </p:custDataLst>
          </p:nvPr>
        </p:nvCxnSpPr>
        <p:spPr>
          <a:xfrm flipH="1" flipV="1">
            <a:off x="8752215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直接连接符 25"/>
          <p:cNvCxnSpPr/>
          <p:nvPr userDrawn="1">
            <p:custDataLst>
              <p:tags r:id="rId12"/>
            </p:custDataLst>
          </p:nvPr>
        </p:nvCxnSpPr>
        <p:spPr>
          <a:xfrm flipH="1" flipV="1">
            <a:off x="8949027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任意多边形: 形状 31"/>
          <p:cNvSpPr/>
          <p:nvPr userDrawn="1">
            <p:custDataLst>
              <p:tags r:id="rId13"/>
            </p:custDataLst>
          </p:nvPr>
        </p:nvSpPr>
        <p:spPr>
          <a:xfrm flipH="1">
            <a:off x="11637646" y="2874648"/>
            <a:ext cx="554354" cy="1108704"/>
          </a:xfrm>
          <a:custGeom>
            <a:avLst/>
            <a:gdLst>
              <a:gd name="connsiteX0" fmla="*/ 0 w 554354"/>
              <a:gd name="connsiteY0" fmla="*/ 0 h 1108704"/>
              <a:gd name="connsiteX1" fmla="*/ 554354 w 554354"/>
              <a:gd name="connsiteY1" fmla="*/ 554352 h 1108704"/>
              <a:gd name="connsiteX2" fmla="*/ 0 w 554354"/>
              <a:gd name="connsiteY2" fmla="*/ 1108704 h 110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4354" h="1108704">
                <a:moveTo>
                  <a:pt x="0" y="0"/>
                </a:moveTo>
                <a:lnTo>
                  <a:pt x="554354" y="554352"/>
                </a:lnTo>
                <a:lnTo>
                  <a:pt x="0" y="1108704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508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3" name="任意多边形: 形状 32"/>
          <p:cNvSpPr/>
          <p:nvPr userDrawn="1">
            <p:custDataLst>
              <p:tags r:id="rId14"/>
            </p:custDataLst>
          </p:nvPr>
        </p:nvSpPr>
        <p:spPr>
          <a:xfrm flipH="1">
            <a:off x="10100126" y="1337201"/>
            <a:ext cx="2091874" cy="4183599"/>
          </a:xfrm>
          <a:custGeom>
            <a:avLst/>
            <a:gdLst>
              <a:gd name="connsiteX0" fmla="*/ 0 w 2091874"/>
              <a:gd name="connsiteY0" fmla="*/ 0 h 4183599"/>
              <a:gd name="connsiteX1" fmla="*/ 2091727 w 2091874"/>
              <a:gd name="connsiteY1" fmla="*/ 2091726 h 4183599"/>
              <a:gd name="connsiteX2" fmla="*/ 2091874 w 2091874"/>
              <a:gd name="connsiteY2" fmla="*/ 2091726 h 4183599"/>
              <a:gd name="connsiteX3" fmla="*/ 0 w 2091874"/>
              <a:gd name="connsiteY3" fmla="*/ 4183599 h 4183599"/>
              <a:gd name="connsiteX4" fmla="*/ 0 w 2091874"/>
              <a:gd name="connsiteY4" fmla="*/ 3354124 h 4183599"/>
              <a:gd name="connsiteX5" fmla="*/ 1262398 w 2091874"/>
              <a:gd name="connsiteY5" fmla="*/ 2091726 h 4183599"/>
              <a:gd name="connsiteX6" fmla="*/ 0 w 2091874"/>
              <a:gd name="connsiteY6" fmla="*/ 829327 h 418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1874" h="4183599">
                <a:moveTo>
                  <a:pt x="0" y="0"/>
                </a:moveTo>
                <a:lnTo>
                  <a:pt x="2091727" y="2091726"/>
                </a:lnTo>
                <a:lnTo>
                  <a:pt x="2091874" y="2091726"/>
                </a:lnTo>
                <a:lnTo>
                  <a:pt x="0" y="4183599"/>
                </a:lnTo>
                <a:lnTo>
                  <a:pt x="0" y="3354124"/>
                </a:lnTo>
                <a:lnTo>
                  <a:pt x="1262398" y="2091726"/>
                </a:lnTo>
                <a:lnTo>
                  <a:pt x="0" y="829327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4" name="任意多边形: 形状 33"/>
          <p:cNvSpPr/>
          <p:nvPr userDrawn="1">
            <p:custDataLst>
              <p:tags r:id="rId15"/>
            </p:custDataLst>
          </p:nvPr>
        </p:nvSpPr>
        <p:spPr>
          <a:xfrm flipH="1">
            <a:off x="8755453" y="0"/>
            <a:ext cx="3436547" cy="6858000"/>
          </a:xfrm>
          <a:custGeom>
            <a:avLst/>
            <a:gdLst>
              <a:gd name="connsiteX0" fmla="*/ 1 w 3436547"/>
              <a:gd name="connsiteY0" fmla="*/ 0 h 6871033"/>
              <a:gd name="connsiteX1" fmla="*/ 3436547 w 3436547"/>
              <a:gd name="connsiteY1" fmla="*/ 3435516 h 6871033"/>
              <a:gd name="connsiteX2" fmla="*/ 1 w 3436547"/>
              <a:gd name="connsiteY2" fmla="*/ 6871033 h 6871033"/>
              <a:gd name="connsiteX3" fmla="*/ 0 w 3436547"/>
              <a:gd name="connsiteY3" fmla="*/ 6871032 h 6871033"/>
              <a:gd name="connsiteX4" fmla="*/ 0 w 3436547"/>
              <a:gd name="connsiteY4" fmla="*/ 6041558 h 6871033"/>
              <a:gd name="connsiteX5" fmla="*/ 1 w 3436547"/>
              <a:gd name="connsiteY5" fmla="*/ 6041559 h 6871033"/>
              <a:gd name="connsiteX6" fmla="*/ 2606778 w 3436547"/>
              <a:gd name="connsiteY6" fmla="*/ 3435516 h 6871033"/>
              <a:gd name="connsiteX7" fmla="*/ 1 w 3436547"/>
              <a:gd name="connsiteY7" fmla="*/ 829475 h 6871033"/>
              <a:gd name="connsiteX8" fmla="*/ 0 w 3436547"/>
              <a:gd name="connsiteY8" fmla="*/ 829476 h 6871033"/>
              <a:gd name="connsiteX9" fmla="*/ 0 w 3436547"/>
              <a:gd name="connsiteY9" fmla="*/ 1 h 687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36547" h="6871033">
                <a:moveTo>
                  <a:pt x="1" y="0"/>
                </a:moveTo>
                <a:lnTo>
                  <a:pt x="3436547" y="3435516"/>
                </a:lnTo>
                <a:lnTo>
                  <a:pt x="1" y="6871033"/>
                </a:lnTo>
                <a:lnTo>
                  <a:pt x="0" y="6871032"/>
                </a:lnTo>
                <a:lnTo>
                  <a:pt x="0" y="6041558"/>
                </a:lnTo>
                <a:lnTo>
                  <a:pt x="1" y="6041559"/>
                </a:lnTo>
                <a:lnTo>
                  <a:pt x="2606778" y="3435516"/>
                </a:lnTo>
                <a:lnTo>
                  <a:pt x="1" y="829475"/>
                </a:lnTo>
                <a:lnTo>
                  <a:pt x="0" y="829476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86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5" name="任意多边形: 形状 34"/>
          <p:cNvSpPr/>
          <p:nvPr userDrawn="1">
            <p:custDataLst>
              <p:tags r:id="rId16"/>
            </p:custDataLst>
          </p:nvPr>
        </p:nvSpPr>
        <p:spPr>
          <a:xfrm flipH="1">
            <a:off x="5761754" y="0"/>
            <a:ext cx="4961673" cy="6857999"/>
          </a:xfrm>
          <a:custGeom>
            <a:avLst/>
            <a:gdLst>
              <a:gd name="connsiteX0" fmla="*/ 13037 w 4961673"/>
              <a:gd name="connsiteY0" fmla="*/ 0 h 6857999"/>
              <a:gd name="connsiteX1" fmla="*/ 1531645 w 4961673"/>
              <a:gd name="connsiteY1" fmla="*/ 0 h 6857999"/>
              <a:gd name="connsiteX2" fmla="*/ 4961673 w 4961673"/>
              <a:gd name="connsiteY2" fmla="*/ 3422495 h 6857999"/>
              <a:gd name="connsiteX3" fmla="*/ 1518608 w 4961673"/>
              <a:gd name="connsiteY3" fmla="*/ 6857999 h 6857999"/>
              <a:gd name="connsiteX4" fmla="*/ 0 w 4961673"/>
              <a:gd name="connsiteY4" fmla="*/ 6857999 h 6857999"/>
              <a:gd name="connsiteX5" fmla="*/ 3443005 w 4961673"/>
              <a:gd name="connsiteY5" fmla="*/ 342249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1673" h="6857999">
                <a:moveTo>
                  <a:pt x="13037" y="0"/>
                </a:moveTo>
                <a:lnTo>
                  <a:pt x="1531645" y="0"/>
                </a:lnTo>
                <a:lnTo>
                  <a:pt x="4961673" y="3422495"/>
                </a:lnTo>
                <a:lnTo>
                  <a:pt x="1518608" y="6857999"/>
                </a:lnTo>
                <a:lnTo>
                  <a:pt x="0" y="6857999"/>
                </a:lnTo>
                <a:lnTo>
                  <a:pt x="3443005" y="3422495"/>
                </a:lnTo>
                <a:close/>
              </a:path>
            </a:pathLst>
          </a:custGeom>
          <a:gradFill flip="none" rotWithShape="1">
            <a:gsLst>
              <a:gs pos="18000">
                <a:schemeClr val="accent1">
                  <a:alpha val="20000"/>
                </a:schemeClr>
              </a:gs>
              <a:gs pos="73000">
                <a:schemeClr val="accent1">
                  <a:alpha val="0"/>
                </a:schemeClr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cxnSp>
        <p:nvCxnSpPr>
          <p:cNvPr id="28" name="直接连接符 27"/>
          <p:cNvCxnSpPr/>
          <p:nvPr userDrawn="1">
            <p:custDataLst>
              <p:tags r:id="rId17"/>
            </p:custDataLst>
          </p:nvPr>
        </p:nvCxnSpPr>
        <p:spPr>
          <a:xfrm>
            <a:off x="1379811" y="5949950"/>
            <a:ext cx="358226" cy="0"/>
          </a:xfrm>
          <a:prstGeom prst="line">
            <a:avLst/>
          </a:prstGeom>
          <a:ln w="25400" cap="rnd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8"/>
            </p:custDataLst>
          </p:nvPr>
        </p:nvSpPr>
        <p:spPr>
          <a:xfrm>
            <a:off x="1247775" y="1656000"/>
            <a:ext cx="5900777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 b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1252842" y="3987256"/>
            <a:ext cx="2880000" cy="547200"/>
          </a:xfrm>
          <a:custGeom>
            <a:avLst/>
            <a:gdLst>
              <a:gd name="connsiteX0" fmla="*/ 0 w 2880000"/>
              <a:gd name="connsiteY0" fmla="*/ 0 h 547200"/>
              <a:gd name="connsiteX1" fmla="*/ 2788798 w 2880000"/>
              <a:gd name="connsiteY1" fmla="*/ 0 h 547200"/>
              <a:gd name="connsiteX2" fmla="*/ 2880000 w 2880000"/>
              <a:gd name="connsiteY2" fmla="*/ 91202 h 547200"/>
              <a:gd name="connsiteX3" fmla="*/ 2880000 w 2880000"/>
              <a:gd name="connsiteY3" fmla="*/ 547200 h 547200"/>
              <a:gd name="connsiteX4" fmla="*/ 419182 w 2880000"/>
              <a:gd name="connsiteY4" fmla="*/ 547200 h 547200"/>
              <a:gd name="connsiteX5" fmla="*/ 331612 w 2880000"/>
              <a:gd name="connsiteY5" fmla="*/ 436147 h 547200"/>
              <a:gd name="connsiteX6" fmla="*/ 0 w 2880000"/>
              <a:gd name="connsiteY6" fmla="*/ 436147 h 54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0000" h="547200">
                <a:moveTo>
                  <a:pt x="0" y="0"/>
                </a:moveTo>
                <a:lnTo>
                  <a:pt x="2788798" y="0"/>
                </a:lnTo>
                <a:lnTo>
                  <a:pt x="2880000" y="91202"/>
                </a:lnTo>
                <a:lnTo>
                  <a:pt x="2880000" y="547200"/>
                </a:lnTo>
                <a:lnTo>
                  <a:pt x="419182" y="547200"/>
                </a:lnTo>
                <a:lnTo>
                  <a:pt x="331612" y="436147"/>
                </a:lnTo>
                <a:lnTo>
                  <a:pt x="0" y="43614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0" scaled="1"/>
              <a:tileRect/>
            </a:gradFill>
          </a:ln>
        </p:spPr>
        <p:txBody>
          <a:bodyPr wrap="square" lIns="360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0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任意多边形: 形状 13"/>
          <p:cNvSpPr/>
          <p:nvPr userDrawn="1">
            <p:custDataLst>
              <p:tags r:id="rId23"/>
            </p:custDataLst>
          </p:nvPr>
        </p:nvSpPr>
        <p:spPr>
          <a:xfrm flipV="1">
            <a:off x="1277176" y="4462345"/>
            <a:ext cx="312253" cy="69831"/>
          </a:xfrm>
          <a:custGeom>
            <a:avLst/>
            <a:gdLst>
              <a:gd name="connsiteX0" fmla="*/ 278134 w 389081"/>
              <a:gd name="connsiteY0" fmla="*/ 89627 h 89627"/>
              <a:gd name="connsiteX1" fmla="*/ 329769 w 389081"/>
              <a:gd name="connsiteY1" fmla="*/ 89627 h 89627"/>
              <a:gd name="connsiteX2" fmla="*/ 389081 w 389081"/>
              <a:gd name="connsiteY2" fmla="*/ 0 h 89627"/>
              <a:gd name="connsiteX3" fmla="*/ 337446 w 389081"/>
              <a:gd name="connsiteY3" fmla="*/ 0 h 89627"/>
              <a:gd name="connsiteX4" fmla="*/ 185423 w 389081"/>
              <a:gd name="connsiteY4" fmla="*/ 89627 h 89627"/>
              <a:gd name="connsiteX5" fmla="*/ 237057 w 389081"/>
              <a:gd name="connsiteY5" fmla="*/ 89627 h 89627"/>
              <a:gd name="connsiteX6" fmla="*/ 296370 w 389081"/>
              <a:gd name="connsiteY6" fmla="*/ 0 h 89627"/>
              <a:gd name="connsiteX7" fmla="*/ 244735 w 389081"/>
              <a:gd name="connsiteY7" fmla="*/ 0 h 89627"/>
              <a:gd name="connsiteX8" fmla="*/ 92711 w 389081"/>
              <a:gd name="connsiteY8" fmla="*/ 89627 h 89627"/>
              <a:gd name="connsiteX9" fmla="*/ 144346 w 389081"/>
              <a:gd name="connsiteY9" fmla="*/ 89627 h 89627"/>
              <a:gd name="connsiteX10" fmla="*/ 203659 w 389081"/>
              <a:gd name="connsiteY10" fmla="*/ 0 h 89627"/>
              <a:gd name="connsiteX11" fmla="*/ 152024 w 389081"/>
              <a:gd name="connsiteY11" fmla="*/ 0 h 89627"/>
              <a:gd name="connsiteX12" fmla="*/ 0 w 389081"/>
              <a:gd name="connsiteY12" fmla="*/ 89627 h 89627"/>
              <a:gd name="connsiteX13" fmla="*/ 51635 w 389081"/>
              <a:gd name="connsiteY13" fmla="*/ 89627 h 89627"/>
              <a:gd name="connsiteX14" fmla="*/ 110947 w 389081"/>
              <a:gd name="connsiteY14" fmla="*/ 0 h 89627"/>
              <a:gd name="connsiteX15" fmla="*/ 59312 w 389081"/>
              <a:gd name="connsiteY15" fmla="*/ 0 h 8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9081" h="89627">
                <a:moveTo>
                  <a:pt x="278134" y="89627"/>
                </a:moveTo>
                <a:lnTo>
                  <a:pt x="329769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3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9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9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Relationship Id="rId22" Type="http://schemas.openxmlformats.org/officeDocument/2006/relationships/tags" Target="../tags/tag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 userDrawn="1">
            <p:custDataLst>
              <p:tags r:id="rId14"/>
            </p:custDataLst>
          </p:nvPr>
        </p:nvSpPr>
        <p:spPr>
          <a:xfrm flipV="1">
            <a:off x="7348406" y="2997200"/>
            <a:ext cx="4843594" cy="3860800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15"/>
            </p:custDataLst>
          </p:nvPr>
        </p:nvSpPr>
        <p:spPr>
          <a:xfrm>
            <a:off x="11065933" y="5731933"/>
            <a:ext cx="1126068" cy="1126067"/>
          </a:xfrm>
          <a:custGeom>
            <a:avLst/>
            <a:gdLst>
              <a:gd name="connsiteX0" fmla="*/ 1081313 w 1081313"/>
              <a:gd name="connsiteY0" fmla="*/ 0 h 1081313"/>
              <a:gd name="connsiteX1" fmla="*/ 1081313 w 1081313"/>
              <a:gd name="connsiteY1" fmla="*/ 1081313 h 1081313"/>
              <a:gd name="connsiteX2" fmla="*/ 0 w 1081313"/>
              <a:gd name="connsiteY2" fmla="*/ 1081313 h 1081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1313" h="1081313">
                <a:moveTo>
                  <a:pt x="1081313" y="0"/>
                </a:moveTo>
                <a:lnTo>
                  <a:pt x="1081313" y="1081313"/>
                </a:lnTo>
                <a:lnTo>
                  <a:pt x="0" y="108131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 w="508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16"/>
            </p:custDataLst>
          </p:nvPr>
        </p:nvSpPr>
        <p:spPr>
          <a:xfrm>
            <a:off x="10769600" y="5435600"/>
            <a:ext cx="1422401" cy="1422400"/>
          </a:xfrm>
          <a:custGeom>
            <a:avLst/>
            <a:gdLst>
              <a:gd name="connsiteX0" fmla="*/ 3367360 w 3368637"/>
              <a:gd name="connsiteY0" fmla="*/ 0 h 3368637"/>
              <a:gd name="connsiteX1" fmla="*/ 3368637 w 3368637"/>
              <a:gd name="connsiteY1" fmla="*/ 1277 h 3368637"/>
              <a:gd name="connsiteX2" fmla="*/ 3368637 w 3368637"/>
              <a:gd name="connsiteY2" fmla="*/ 1446091 h 3368637"/>
              <a:gd name="connsiteX3" fmla="*/ 3367360 w 3368637"/>
              <a:gd name="connsiteY3" fmla="*/ 1444814 h 3368637"/>
              <a:gd name="connsiteX4" fmla="*/ 1444814 w 3368637"/>
              <a:gd name="connsiteY4" fmla="*/ 3367360 h 3368637"/>
              <a:gd name="connsiteX5" fmla="*/ 1446091 w 3368637"/>
              <a:gd name="connsiteY5" fmla="*/ 3368637 h 3368637"/>
              <a:gd name="connsiteX6" fmla="*/ 1277 w 3368637"/>
              <a:gd name="connsiteY6" fmla="*/ 3368637 h 3368637"/>
              <a:gd name="connsiteX7" fmla="*/ 0 w 3368637"/>
              <a:gd name="connsiteY7" fmla="*/ 3367360 h 336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68637" h="3368637">
                <a:moveTo>
                  <a:pt x="3367360" y="0"/>
                </a:moveTo>
                <a:lnTo>
                  <a:pt x="3368637" y="1277"/>
                </a:lnTo>
                <a:lnTo>
                  <a:pt x="3368637" y="1446091"/>
                </a:lnTo>
                <a:lnTo>
                  <a:pt x="3367360" y="1444814"/>
                </a:lnTo>
                <a:lnTo>
                  <a:pt x="1444814" y="3367360"/>
                </a:lnTo>
                <a:lnTo>
                  <a:pt x="1446091" y="3368637"/>
                </a:lnTo>
                <a:lnTo>
                  <a:pt x="1277" y="3368637"/>
                </a:lnTo>
                <a:lnTo>
                  <a:pt x="0" y="33673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508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4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5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5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5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6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6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7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7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7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8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image" Target="../media/image11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8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833495" y="2242185"/>
            <a:ext cx="7122160" cy="1267460"/>
          </a:xfrm>
        </p:spPr>
        <p:txBody>
          <a:bodyPr>
            <a:normAutofit fontScale="90000"/>
          </a:bodyPr>
          <a:lstStyle/>
          <a:p>
            <a:r>
              <a:rPr lang="en-US" altLang="en-US" b="1"/>
              <a:t>Laptop Price Analysis</a:t>
            </a:r>
            <a:br>
              <a:rPr lang="en-US" altLang="en-US" b="1"/>
            </a:br>
            <a:endParaRPr lang="en-US" altLang="en-US" b="1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IN" altLang="en-US"/>
              <a:t>Project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>
          <a:xfrm>
            <a:off x="5148580" y="3143885"/>
            <a:ext cx="6621780" cy="1285875"/>
          </a:xfrm>
        </p:spPr>
        <p:txBody>
          <a:bodyPr/>
          <a:lstStyle/>
          <a:p>
            <a:pPr algn="l"/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Domain: Data Analyst</a:t>
            </a:r>
          </a:p>
          <a:p>
            <a:pPr algn="l"/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Tools Used: Python, Pandas, NumPy, Matplotlib,</a:t>
            </a:r>
            <a:r>
              <a:rPr lang="en-IN" altLang="en-US" sz="2000">
                <a:latin typeface="Calibri" panose="020F0502020204030204" charset="0"/>
                <a:cs typeface="Calibri" panose="020F0502020204030204" charset="0"/>
              </a:rPr>
              <a:t> Seaborn</a:t>
            </a:r>
            <a:endParaRPr lang="en-US" sz="2000"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601300"/>
            <a:ext cx="10800000" cy="720000"/>
          </a:xfrm>
        </p:spPr>
        <p:txBody>
          <a:bodyPr>
            <a:noAutofit/>
          </a:bodyPr>
          <a:lstStyle/>
          <a:p>
            <a:pPr algn="ctr"/>
            <a:r>
              <a:rPr lang="en-IN" altLang="en-US" sz="4000"/>
              <a:t>Intrduction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687829"/>
            <a:ext cx="10800000" cy="48736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This project explores laptop specifications and pricing to understand which factors influence laptop cost.</a:t>
            </a:r>
          </a:p>
          <a:p>
            <a:pPr marL="0" indent="0">
              <a:buNone/>
            </a:pP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The dataset includes details such as company, processor, RAM, storage, GPU, display type, touchscreen feature, operating system, and price.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581615"/>
            <a:ext cx="10800000" cy="720000"/>
          </a:xfrm>
        </p:spPr>
        <p:txBody>
          <a:bodyPr>
            <a:noAutofit/>
          </a:bodyPr>
          <a:lstStyle/>
          <a:p>
            <a:pPr algn="ctr"/>
            <a:r>
              <a:rPr lang="en-IN" altLang="en-US" sz="400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483995"/>
            <a:ext cx="10800080" cy="4691380"/>
          </a:xfrm>
        </p:spPr>
        <p:txBody>
          <a:bodyPr>
            <a:normAutofit/>
          </a:bodyPr>
          <a:lstStyle/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Analyze how different specifications impact laptop pricing.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Study brand influence on laptop cost.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Explore screen features, RAM, storage type, and GPU.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Perform data cleaning, transformation, and visualization.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Extract insights without applying machine learning.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659085"/>
            <a:ext cx="10800000" cy="720000"/>
          </a:xfrm>
        </p:spPr>
        <p:txBody>
          <a:bodyPr>
            <a:noAutofit/>
          </a:bodyPr>
          <a:lstStyle/>
          <a:p>
            <a:pPr algn="ctr"/>
            <a:r>
              <a:rPr lang="en-IN" altLang="en-US" sz="400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552575"/>
            <a:ext cx="10800080" cy="4622800"/>
          </a:xfrm>
        </p:spPr>
        <p:txBody>
          <a:bodyPr/>
          <a:lstStyle/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Python</a:t>
            </a:r>
            <a:r>
              <a:rPr lang="en-IN" altLang="en-US" sz="2800">
                <a:latin typeface="Calibri" panose="020F0502020204030204" charset="0"/>
                <a:cs typeface="Calibri" panose="020F0502020204030204" charset="0"/>
              </a:rPr>
              <a:t>: Scripting and analysis</a:t>
            </a:r>
          </a:p>
          <a:p>
            <a:r>
              <a:rPr lang="en-IN" altLang="en-US" sz="2800">
                <a:latin typeface="Calibri" panose="020F0502020204030204" charset="0"/>
                <a:cs typeface="Calibri" panose="020F0502020204030204" charset="0"/>
              </a:rPr>
              <a:t>Pandas: Data cleaning and manipulation</a:t>
            </a:r>
          </a:p>
          <a:p>
            <a:r>
              <a:rPr lang="en-IN" altLang="en-US" sz="2800">
                <a:latin typeface="Calibri" panose="020F0502020204030204" charset="0"/>
                <a:cs typeface="Calibri" panose="020F0502020204030204" charset="0"/>
              </a:rPr>
              <a:t>Numpy: Numerical operations</a:t>
            </a:r>
          </a:p>
          <a:p>
            <a:r>
              <a:rPr lang="en-IN" altLang="en-US" sz="2800">
                <a:latin typeface="Calibri" panose="020F0502020204030204" charset="0"/>
                <a:cs typeface="Calibri" panose="020F0502020204030204" charset="0"/>
              </a:rPr>
              <a:t>Matplotlib: Visualization</a:t>
            </a:r>
          </a:p>
          <a:p>
            <a:r>
              <a:rPr lang="en-IN" altLang="en-US" sz="2800">
                <a:latin typeface="Calibri" panose="020F0502020204030204" charset="0"/>
                <a:cs typeface="Calibri" panose="020F0502020204030204" charset="0"/>
              </a:rPr>
              <a:t>Seaborn: Statictical charts</a:t>
            </a:r>
          </a:p>
          <a:p>
            <a:r>
              <a:rPr lang="en-IN" altLang="en-US" sz="2800">
                <a:latin typeface="Calibri" panose="020F0502020204030204" charset="0"/>
                <a:cs typeface="Calibri" panose="020F0502020204030204" charset="0"/>
              </a:rPr>
              <a:t>ydata-profiling: Automated data profiling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algn="ctr"/>
            <a:r>
              <a:rPr lang="en-US" altLang="en-US" sz="400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Total Records: 1275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Total Columns: 23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Each row represents a laptop model with detailed specifications.</a:t>
            </a:r>
          </a:p>
          <a:p>
            <a:pPr marL="0" indent="0">
              <a:buNone/>
            </a:pPr>
            <a:r>
              <a:rPr lang="en-IN" altLang="en-US" sz="2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Key Attributes: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Company, Product, TypeName, Inches, RAM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OS, Weight, Price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Screen Resolution (W × H), IPS Panel, Touchscreen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CPU &amp; GPU Company, Storage Type &amp; Capacity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601300"/>
            <a:ext cx="10800000" cy="720000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/>
              <a:t>Data Cleaning</a:t>
            </a:r>
            <a:r>
              <a:rPr lang="en-IN" altLang="en-US" sz="4000"/>
              <a:t> /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735454"/>
            <a:ext cx="10800000" cy="4873625"/>
          </a:xfrm>
        </p:spPr>
        <p:txBody>
          <a:bodyPr/>
          <a:lstStyle/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Removed duplicate rows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Standardized text (lowercase)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Removed extra spaces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Converted RAM, Weight, Price, Screen Resolution to numeric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Checked null values (no major missing data)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algn="ctr"/>
            <a:r>
              <a:rPr lang="en-US" altLang="en-US" sz="4000"/>
              <a:t>Data Profiling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Performed dataset profiling using ydata-profiling to analyze: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Data quality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Duplicate entries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Outliers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Variable distribution</a:t>
            </a:r>
          </a:p>
        </p:txBody>
      </p:sp>
      <p:pic>
        <p:nvPicPr>
          <p:cNvPr id="5" name="Content Placeholder 4" descr="Screenshot 2025-12-08 182659"/>
          <p:cNvPicPr>
            <a:picLocks noGrp="1"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019800" y="1301750"/>
            <a:ext cx="5476240" cy="44170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 sz="360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In this step, I explored the dataset to understand the distribution of laptop specifications and pricing patterns.</a:t>
            </a:r>
          </a:p>
          <a:p>
            <a:pPr marL="0" indent="0">
              <a:buNone/>
            </a:pP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EDA helped in:</a:t>
            </a: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Identifying value frequency (brand, OS, GPU, screen type)</a:t>
            </a: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Understanding feature impact on price</a:t>
            </a: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Detecting patterns across display, RAM, and GPU</a:t>
            </a: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Comparing laptop categories and specifications</a:t>
            </a: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Observing premium vs budget laptop segments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IN" altLang="en-US" sz="3600"/>
              <a:t>1. </a:t>
            </a:r>
            <a:r>
              <a:rPr lang="en-US" altLang="en-US" sz="3600"/>
              <a:t>Average Laptop Price by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4879975" cy="487616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Key Insight: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Razer, LG, MSI show highest prices (premium segment).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Dell, Lenovo, HP have wider models but mostly affordable.</a:t>
            </a:r>
          </a:p>
        </p:txBody>
      </p:sp>
      <p:pic>
        <p:nvPicPr>
          <p:cNvPr id="6" name="Content Placeholder 5" descr="Screenshot 2025-12-08 160319"/>
          <p:cNvPicPr>
            <a:picLocks noGrp="1"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739130" y="1535430"/>
            <a:ext cx="5756910" cy="4641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IN" altLang="en-US" sz="3600"/>
              <a:t>2. </a:t>
            </a:r>
            <a:r>
              <a:rPr lang="en-US" altLang="en-US" sz="3600"/>
              <a:t>Laptop Type Distribution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474470"/>
            <a:ext cx="5323840" cy="4703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Key Insight: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Notebooks dominate the market.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Gaming and Ultrabook laptops follow next.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Very few Workstation and Netbook models.</a:t>
            </a:r>
          </a:p>
        </p:txBody>
      </p:sp>
      <p:pic>
        <p:nvPicPr>
          <p:cNvPr id="6" name="Content Placeholder 5" descr="Screenshot 2025-12-08 160402"/>
          <p:cNvPicPr>
            <a:picLocks noGrp="1"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71310" y="1797050"/>
            <a:ext cx="4324350" cy="40767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45"/>
            <a:ext cx="10800080" cy="788035"/>
          </a:xfrm>
        </p:spPr>
        <p:txBody>
          <a:bodyPr/>
          <a:lstStyle/>
          <a:p>
            <a:pPr algn="ctr"/>
            <a:r>
              <a:rPr lang="en-IN" altLang="en-US" sz="3600"/>
              <a:t>3. </a:t>
            </a:r>
            <a:r>
              <a:rPr lang="en-US" altLang="en-US" sz="3600"/>
              <a:t>Weight vs Price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532890"/>
            <a:ext cx="5189855" cy="46450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Key Insight: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No strong correlation between laptop weight and price.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Both light and heavy laptops exist in all price ranges.</a:t>
            </a:r>
          </a:p>
        </p:txBody>
      </p:sp>
      <p:pic>
        <p:nvPicPr>
          <p:cNvPr id="7" name="Content Placeholder 6" descr="Screenshot 2025-12-08 160442"/>
          <p:cNvPicPr>
            <a:picLocks noGrp="1"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172200" y="1795145"/>
            <a:ext cx="5323840" cy="41198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IN" altLang="en-US" sz="3600"/>
              <a:t>4. </a:t>
            </a:r>
            <a:r>
              <a:rPr lang="en-US" altLang="en-US" sz="3600"/>
              <a:t>Screen Size vs Average Price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483995"/>
            <a:ext cx="5323840" cy="469392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Key Insight: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Larger screen laptops (17–19 inches) have higher average pri</a:t>
            </a:r>
            <a:r>
              <a:rPr lang="en-IN" altLang="en-US" sz="2800">
                <a:latin typeface="Calibri" panose="020F0502020204030204" charset="0"/>
                <a:cs typeface="Calibri" panose="020F0502020204030204" charset="0"/>
              </a:rPr>
              <a:t>ce.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Small and medium screens fall in moderate price segment.</a:t>
            </a:r>
          </a:p>
        </p:txBody>
      </p:sp>
      <p:pic>
        <p:nvPicPr>
          <p:cNvPr id="7" name="Content Placeholder 6" descr="Screenshot 2025-12-08 160515"/>
          <p:cNvPicPr>
            <a:picLocks noGrp="1"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35700" y="1483995"/>
            <a:ext cx="5323840" cy="411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05485" y="360000"/>
            <a:ext cx="10800000" cy="720000"/>
          </a:xfrm>
        </p:spPr>
        <p:txBody>
          <a:bodyPr/>
          <a:lstStyle/>
          <a:p>
            <a:pPr algn="ctr"/>
            <a:r>
              <a:rPr lang="en-IN" altLang="en-US" sz="3600"/>
              <a:t>5. </a:t>
            </a:r>
            <a:r>
              <a:rPr lang="en-US" altLang="en-US" sz="3600"/>
              <a:t>O</a:t>
            </a:r>
            <a:r>
              <a:rPr lang="en-IN" altLang="en-US" sz="3600"/>
              <a:t>perating System </a:t>
            </a:r>
            <a:r>
              <a:rPr lang="en-US" altLang="en-US" sz="3600"/>
              <a:t>vs Laptop Price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532890"/>
            <a:ext cx="5323840" cy="4645025"/>
          </a:xfrm>
        </p:spPr>
        <p:txBody>
          <a:bodyPr/>
          <a:lstStyle/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Key Insight: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macOS models have the highest pricing.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Chrome OS &amp; Linux laptops remain budget-friendly.</a:t>
            </a:r>
          </a:p>
        </p:txBody>
      </p:sp>
      <p:pic>
        <p:nvPicPr>
          <p:cNvPr id="7" name="Content Placeholder 6" descr="Screenshot 2025-12-08 160553"/>
          <p:cNvPicPr>
            <a:picLocks noGrp="1"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172200" y="1532890"/>
            <a:ext cx="5323840" cy="42735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82955" y="466045"/>
            <a:ext cx="10800000" cy="720000"/>
          </a:xfrm>
        </p:spPr>
        <p:txBody>
          <a:bodyPr/>
          <a:lstStyle/>
          <a:p>
            <a:pPr algn="ctr"/>
            <a:r>
              <a:rPr lang="en-IN" altLang="en-US" sz="3600"/>
              <a:t>6. </a:t>
            </a:r>
            <a:r>
              <a:rPr lang="en-US" altLang="en-US" sz="3600"/>
              <a:t>Touchscreen Availability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76935" y="1541780"/>
            <a:ext cx="4977130" cy="463613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Key Insight: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Only 14.7% laptops include touchscreen.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Majority are non-touchscreen (85.3%).</a:t>
            </a:r>
          </a:p>
        </p:txBody>
      </p:sp>
      <p:pic>
        <p:nvPicPr>
          <p:cNvPr id="7" name="Content Placeholder 6" descr="Screenshot 2025-12-08 160624"/>
          <p:cNvPicPr>
            <a:picLocks noGrp="1"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94805" y="1562100"/>
            <a:ext cx="3683635" cy="39598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581615"/>
            <a:ext cx="10800000" cy="720000"/>
          </a:xfrm>
        </p:spPr>
        <p:txBody>
          <a:bodyPr/>
          <a:lstStyle/>
          <a:p>
            <a:pPr algn="ctr"/>
            <a:r>
              <a:rPr lang="en-IN" altLang="en-US" sz="3600"/>
              <a:t>7. </a:t>
            </a:r>
            <a:r>
              <a:rPr lang="en-US" altLang="en-US" sz="3600"/>
              <a:t>Number of Models per Compan</a:t>
            </a:r>
            <a:r>
              <a:rPr lang="en-IN" altLang="en-US" sz="3600"/>
              <a:t>y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639570"/>
            <a:ext cx="5142230" cy="453834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Key Insight: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Dell, Lenovo, HP have the highest product count.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Google, LG, Huawei have fewer models.</a:t>
            </a:r>
          </a:p>
        </p:txBody>
      </p:sp>
      <p:pic>
        <p:nvPicPr>
          <p:cNvPr id="7" name="Content Placeholder 6" descr="Screenshot 2025-12-08 160709"/>
          <p:cNvPicPr>
            <a:picLocks noGrp="1"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172200" y="1639570"/>
            <a:ext cx="5323840" cy="37928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504190"/>
            <a:ext cx="10800080" cy="633730"/>
          </a:xfrm>
        </p:spPr>
        <p:txBody>
          <a:bodyPr>
            <a:noAutofit/>
          </a:bodyPr>
          <a:lstStyle/>
          <a:p>
            <a:pPr algn="ctr"/>
            <a:r>
              <a:rPr lang="en-IN" altLang="en-US" sz="3600"/>
              <a:t>8. </a:t>
            </a:r>
            <a:r>
              <a:rPr lang="en-US" altLang="en-US" sz="3600"/>
              <a:t>Top 5 Laptops – Highest Screen Height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475105"/>
            <a:ext cx="5323840" cy="470281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Key Insight: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Models like Spectre x360, EliteBook, Yoga series have highest resolution screens, indicating premium display quality.</a:t>
            </a:r>
          </a:p>
        </p:txBody>
      </p:sp>
      <p:pic>
        <p:nvPicPr>
          <p:cNvPr id="7" name="Content Placeholder 6" descr="Screenshot 2025-12-08 160751"/>
          <p:cNvPicPr>
            <a:picLocks noGrp="1"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99200" y="1495425"/>
            <a:ext cx="5196840" cy="38227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581615"/>
            <a:ext cx="10800000" cy="720000"/>
          </a:xfrm>
        </p:spPr>
        <p:txBody>
          <a:bodyPr/>
          <a:lstStyle/>
          <a:p>
            <a:pPr algn="ctr"/>
            <a:r>
              <a:rPr lang="en-IN" altLang="en-US" sz="3600"/>
              <a:t>9. </a:t>
            </a:r>
            <a:r>
              <a:rPr lang="en-US" altLang="en-US" sz="3600"/>
              <a:t>IPS Panel Distribution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555750"/>
            <a:ext cx="5260975" cy="462216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Key Insight: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Only 28% laptops include IPS display</a:t>
            </a:r>
            <a:r>
              <a:rPr lang="en-IN" altLang="en-US" sz="2800"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72% use non-IPS, meaning IPS is still a premium feature.</a:t>
            </a:r>
          </a:p>
        </p:txBody>
      </p:sp>
      <p:pic>
        <p:nvPicPr>
          <p:cNvPr id="7" name="Content Placeholder 6" descr="Screenshot 2025-12-08 160820"/>
          <p:cNvPicPr>
            <a:picLocks noGrp="1"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779895" y="1570355"/>
            <a:ext cx="3523615" cy="38620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81050" y="487635"/>
            <a:ext cx="10800000" cy="720000"/>
          </a:xfrm>
        </p:spPr>
        <p:txBody>
          <a:bodyPr/>
          <a:lstStyle/>
          <a:p>
            <a:pPr algn="ctr"/>
            <a:r>
              <a:rPr lang="en-IN" altLang="en-US" sz="3600"/>
              <a:t>10. </a:t>
            </a:r>
            <a:r>
              <a:rPr lang="en-US" altLang="en-US" sz="3600"/>
              <a:t>GPU vs Price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492885"/>
            <a:ext cx="5132705" cy="468503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Key Insight: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Nvidia laptops are most expensive → high performance category.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ARM &amp; AMD GPUs fall in the lower to mid-range categories.</a:t>
            </a:r>
          </a:p>
        </p:txBody>
      </p:sp>
      <p:pic>
        <p:nvPicPr>
          <p:cNvPr id="6" name="Content Placeholder 5" descr="Screenshot 2025-12-08 160857"/>
          <p:cNvPicPr>
            <a:picLocks noGrp="1"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172200" y="1503680"/>
            <a:ext cx="5323840" cy="42379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55015" y="772750"/>
            <a:ext cx="10800000" cy="720000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/>
              <a:t>Overall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32460" y="1984374"/>
            <a:ext cx="10800000" cy="4873625"/>
          </a:xfrm>
        </p:spPr>
        <p:txBody>
          <a:bodyPr/>
          <a:lstStyle/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Brand &amp; GPU strongly influence laptop pricing.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macOS, IPS, touchscreen, and high-resolution displays increase cost.</a:t>
            </a: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Market dominated by Notebook models, followed by Gaming &amp; Ultrabook.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45"/>
            <a:ext cx="10800080" cy="69088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0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992504"/>
            <a:ext cx="10800000" cy="48736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700">
                <a:latin typeface="Calibri" panose="020F0502020204030204" charset="0"/>
                <a:cs typeface="Calibri" panose="020F0502020204030204" charset="0"/>
              </a:rPr>
              <a:t>This analysis highlights how various hardware and display features affect laptop pricing.</a:t>
            </a:r>
          </a:p>
          <a:p>
            <a:r>
              <a:rPr lang="en-US" altLang="en-US" sz="2700">
                <a:latin typeface="Calibri" panose="020F0502020204030204" charset="0"/>
                <a:cs typeface="Calibri" panose="020F0502020204030204" charset="0"/>
              </a:rPr>
              <a:t>Premium laptops generally have:</a:t>
            </a:r>
          </a:p>
          <a:p>
            <a:r>
              <a:rPr lang="en-US" altLang="en-US" sz="2700">
                <a:latin typeface="Calibri" panose="020F0502020204030204" charset="0"/>
                <a:cs typeface="Calibri" panose="020F0502020204030204" charset="0"/>
              </a:rPr>
              <a:t>Larger screens</a:t>
            </a:r>
          </a:p>
          <a:p>
            <a:r>
              <a:rPr lang="en-US" altLang="en-US" sz="2700">
                <a:latin typeface="Calibri" panose="020F0502020204030204" charset="0"/>
                <a:cs typeface="Calibri" panose="020F0502020204030204" charset="0"/>
              </a:rPr>
              <a:t>IPS panels</a:t>
            </a:r>
          </a:p>
          <a:p>
            <a:r>
              <a:rPr lang="en-US" altLang="en-US" sz="2700">
                <a:latin typeface="Calibri" panose="020F0502020204030204" charset="0"/>
                <a:cs typeface="Calibri" panose="020F0502020204030204" charset="0"/>
              </a:rPr>
              <a:t>Nvidia GPU</a:t>
            </a:r>
          </a:p>
          <a:p>
            <a:r>
              <a:rPr lang="en-US" altLang="en-US" sz="2700">
                <a:latin typeface="Calibri" panose="020F0502020204030204" charset="0"/>
                <a:cs typeface="Calibri" panose="020F0502020204030204" charset="0"/>
              </a:rPr>
              <a:t>macOS platform</a:t>
            </a:r>
          </a:p>
          <a:p>
            <a:r>
              <a:rPr lang="en-US" altLang="en-US" sz="2700">
                <a:latin typeface="Calibri" panose="020F0502020204030204" charset="0"/>
                <a:cs typeface="Calibri" panose="020F0502020204030204" charset="0"/>
              </a:rPr>
              <a:t>Understanding these specifications helps buyers compare price-value before purchase.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>
                <a:latin typeface="+mj-lt"/>
              </a:rPr>
              <a:t>T</a:t>
            </a:r>
            <a:r>
              <a:rPr lang="en-IN" altLang="en-US">
                <a:latin typeface="+mj-lt"/>
              </a:rPr>
              <a:t>hank You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IN" altLang="en-US">
                <a:latin typeface="Calibri" panose="020F0502020204030204" charset="0"/>
                <a:cs typeface="Calibri" panose="020F0502020204030204" charset="0"/>
              </a:rPr>
              <a:t>Presented By: K.Sathvika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1.0"/>
  <p:tag name="KSO_WM_BEAUTIFY_FLAG" val="#wm#"/>
  <p:tag name="KSO_WM_TEMPLATE_CATEGORY" val="custom"/>
  <p:tag name="KSO_WM_TEMPLATE_INDEX" val="2023813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0*i*6"/>
  <p:tag name="KSO_WM_UNIT_LAYERLEVEL" val="1"/>
  <p:tag name="KSO_WM_TAG_VERSION" val="1.0"/>
  <p:tag name="KSO_WM_BEAUTIFY_FLAG" val="#wm#"/>
  <p:tag name="KSO_WM_TEMPLATE_CATEGORY" val="custom"/>
  <p:tag name="KSO_WM_TEMPLATE_INDEX" val="2023813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3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*i*17"/>
  <p:tag name="KSO_WM_UNIT_LAYERLEVEL" val="1"/>
  <p:tag name="KSO_WM_TAG_VERSION" val="3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*i*18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1*i*14"/>
  <p:tag name="KSO_WM_UNIT_LAYERLEVEL" val="1"/>
  <p:tag name="KSO_WM_TAG_VERSION" val="3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1*i*16"/>
  <p:tag name="KSO_WM_UNIT_LAYERLEVEL" val="1"/>
  <p:tag name="KSO_WM_TAG_VERSION" val="3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1*i*17"/>
  <p:tag name="KSO_WM_UNIT_LAYERLEVEL" val="1"/>
  <p:tag name="KSO_WM_TAG_VERSION" val="3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1*i*18"/>
  <p:tag name="KSO_WM_UNIT_LAYERLEVEL" val="1"/>
  <p:tag name="KSO_WM_TAG_VERSION" val="3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SLIDE_ID" val="custom20238136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136"/>
  <p:tag name="KSO_WM_SLIDE_LAYOUT" val="a_b_f"/>
  <p:tag name="KSO_WM_SLIDE_LAYOUT_CNT" val="1_1_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36_1*a*1"/>
  <p:tag name="KSO_WM_TEMPLATE_CATEGORY" val="custom"/>
  <p:tag name="KSO_WM_TEMPLATE_INDEX" val="20238136"/>
  <p:tag name="KSO_WM_UNIT_LAYERLEVEL" val="1"/>
  <p:tag name="KSO_WM_TAG_VERSION" val="3.0"/>
  <p:tag name="KSO_WM_BEAUTIFY_FLAG" val="#wm#"/>
  <p:tag name="KSO_WM_UNIT_PRESET_TEXT" val="The title goes her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136_1*b*1"/>
  <p:tag name="KSO_WM_TEMPLATE_CATEGORY" val="custom"/>
  <p:tag name="KSO_WM_TEMPLATE_INDEX" val="20238136"/>
  <p:tag name="KSO_WM_UNIT_LAYERLEVEL" val="1"/>
  <p:tag name="KSO_WM_TAG_VERSION" val="3.0"/>
  <p:tag name="KSO_WM_BEAUTIFY_FLAG" val="#wm#"/>
  <p:tag name="KSO_WM_UNIT_PRESET_TEXT" val="Add description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136_1*f*4"/>
  <p:tag name="KSO_WM_TEMPLATE_CATEGORY" val="custom"/>
  <p:tag name="KSO_WM_TEMPLATE_INDEX" val="20238136"/>
  <p:tag name="KSO_WM_UNIT_LAYERLEVEL" val="1"/>
  <p:tag name="KSO_WM_TAG_VERSION" val="3.0"/>
  <p:tag name="KSO_WM_BEAUTIFY_FLAG" val="#wm#"/>
  <p:tag name="KSO_WM_UNIT_PRESET_TEXT" val="Nam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custom20238136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8136"/>
  <p:tag name="KSO_WM_SLIDE_LAYOUT" val="a_f"/>
  <p:tag name="KSO_WM_SLIDE_LAYOUT_CNT" val="1_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36_9*a*1"/>
  <p:tag name="KSO_WM_TEMPLATE_CATEGORY" val="custom"/>
  <p:tag name="KSO_WM_TEMPLATE_INDEX" val="20238136"/>
  <p:tag name="KSO_WM_UNIT_LAYERLEVEL" val="1"/>
  <p:tag name="KSO_WM_TAG_VERSION" val="3.0"/>
  <p:tag name="KSO_WM_BEAUTIFY_FLAG" val="#wm#"/>
  <p:tag name="KSO_WM_UNIT_PRESET_TEXT" val="THANKS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136_9*f*4"/>
  <p:tag name="KSO_WM_TEMPLATE_CATEGORY" val="custom"/>
  <p:tag name="KSO_WM_TEMPLATE_INDEX" val="20238136"/>
  <p:tag name="KSO_WM_UNIT_LAYERLEVEL" val="1"/>
  <p:tag name="KSO_WM_TAG_VERSION" val="3.0"/>
  <p:tag name="KSO_WM_BEAUTIFY_FLAG" val="#wm#"/>
  <p:tag name="KSO_WM_UNIT_PRESET_TEXT" val="Name"/>
</p:tagLst>
</file>

<file path=ppt/theme/theme1.xml><?xml version="1.0" encoding="utf-8"?>
<a:theme xmlns:a="http://schemas.openxmlformats.org/drawingml/2006/main" name="1_Office Theme">
  <a:themeElements>
    <a:clrScheme name="001-6">
      <a:dk1>
        <a:srgbClr val="333333"/>
      </a:dk1>
      <a:lt1>
        <a:sysClr val="window" lastClr="FFFFFF"/>
      </a:lt1>
      <a:dk2>
        <a:srgbClr val="000000"/>
      </a:dk2>
      <a:lt2>
        <a:srgbClr val="FFF7F7"/>
      </a:lt2>
      <a:accent1>
        <a:srgbClr val="FE0000"/>
      </a:accent1>
      <a:accent2>
        <a:srgbClr val="E8CA16"/>
      </a:accent2>
      <a:accent3>
        <a:srgbClr val="0BBFE9"/>
      </a:accent3>
      <a:accent4>
        <a:srgbClr val="1C40F4"/>
      </a:accent4>
      <a:accent5>
        <a:srgbClr val="7F12F6"/>
      </a:accent5>
      <a:accent6>
        <a:srgbClr val="F53DC0"/>
      </a:accent6>
      <a:hlink>
        <a:srgbClr val="0026E5"/>
      </a:hlink>
      <a:folHlink>
        <a:srgbClr val="7E1FAD"/>
      </a:folHlink>
    </a:clrScheme>
    <a:fontScheme name="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687</Words>
  <Application>Microsoft Office PowerPoint</Application>
  <PresentationFormat>Widescreen</PresentationFormat>
  <Paragraphs>104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Lato</vt:lpstr>
      <vt:lpstr>1_Office Theme</vt:lpstr>
      <vt:lpstr>Laptop Price Analysis </vt:lpstr>
      <vt:lpstr>Intrduction</vt:lpstr>
      <vt:lpstr>Objective</vt:lpstr>
      <vt:lpstr>Tools Used</vt:lpstr>
      <vt:lpstr>Dataset Description</vt:lpstr>
      <vt:lpstr>Data Cleaning / Data Preprocessing</vt:lpstr>
      <vt:lpstr>Data Profiling</vt:lpstr>
      <vt:lpstr>Exploratory Data Analysis (EDA)</vt:lpstr>
      <vt:lpstr>1. Average Laptop Price by Company</vt:lpstr>
      <vt:lpstr>2. Laptop Type Distribution</vt:lpstr>
      <vt:lpstr>3. Weight vs Price</vt:lpstr>
      <vt:lpstr>4. Screen Size vs Average Price</vt:lpstr>
      <vt:lpstr>5. Operating System vs Laptop Price</vt:lpstr>
      <vt:lpstr>6. Touchscreen Availability</vt:lpstr>
      <vt:lpstr>7. Number of Models per Company </vt:lpstr>
      <vt:lpstr>8. Top 5 Laptops – Highest Screen Height</vt:lpstr>
      <vt:lpstr>9. IPS Panel Distribution</vt:lpstr>
      <vt:lpstr>10. GPU vs Price Analysis</vt:lpstr>
      <vt:lpstr>Overall Insights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sathv</dc:creator>
  <cp:lastModifiedBy>sathvika chary</cp:lastModifiedBy>
  <cp:revision>4</cp:revision>
  <dcterms:created xsi:type="dcterms:W3CDTF">2025-07-23T00:59:00Z</dcterms:created>
  <dcterms:modified xsi:type="dcterms:W3CDTF">2025-12-09T06:24:18Z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F5C043CEF4AE459DA8FB5F3CDB4475F1_13</vt:lpwstr>
  </property>
  <property fmtid="{D5CDD505-2E9C-101B-9397-08002B2CF9AE}" pid="3" name="KSOProductBuildVer">
    <vt:lpwstr>1033-12.2.0.23155</vt:lpwstr>
  </property>
</Properties>
</file>